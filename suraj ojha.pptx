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712" r:id="rId4"/>
  </p:sldMasterIdLst>
  <p:notesMasterIdLst>
    <p:notesMasterId r:id="rId36"/>
  </p:notesMasterIdLst>
  <p:sldIdLst>
    <p:sldId id="256" r:id="rId5"/>
    <p:sldId id="2146847054" r:id="rId6"/>
    <p:sldId id="262" r:id="rId7"/>
    <p:sldId id="2146847068" r:id="rId8"/>
    <p:sldId id="263" r:id="rId9"/>
    <p:sldId id="265" r:id="rId10"/>
    <p:sldId id="266" r:id="rId11"/>
    <p:sldId id="267" r:id="rId12"/>
    <p:sldId id="2146847056" r:id="rId13"/>
    <p:sldId id="2146847061" r:id="rId14"/>
    <p:sldId id="2146847062" r:id="rId15"/>
    <p:sldId id="2146847064" r:id="rId16"/>
    <p:sldId id="2146847060" r:id="rId17"/>
    <p:sldId id="2146847059" r:id="rId18"/>
    <p:sldId id="2146847057" r:id="rId19"/>
    <p:sldId id="2146847065" r:id="rId20"/>
    <p:sldId id="2146847066" r:id="rId21"/>
    <p:sldId id="2146847058" r:id="rId22"/>
    <p:sldId id="2146847063" r:id="rId23"/>
    <p:sldId id="2146847067" r:id="rId24"/>
    <p:sldId id="268" r:id="rId25"/>
    <p:sldId id="2146847069" r:id="rId26"/>
    <p:sldId id="2146847055" r:id="rId27"/>
    <p:sldId id="269" r:id="rId28"/>
    <p:sldId id="2146847070" r:id="rId29"/>
    <p:sldId id="2146847071" r:id="rId30"/>
    <p:sldId id="2146847072" r:id="rId31"/>
    <p:sldId id="2146847073" r:id="rId32"/>
    <p:sldId id="2146847074" r:id="rId33"/>
    <p:sldId id="2146847075" r:id="rId34"/>
    <p:sldId id="259" r:id="rId3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2BA97"/>
    <a:srgbClr val="8E6C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0B1B01F-A5C7-46CE-8215-4CD8DF1CCACD}" v="7" dt="2026-02-06T15:40:14.19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4" d="100"/>
          <a:sy n="74" d="100"/>
        </p:scale>
        <p:origin x="101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theme" Target="theme/theme1.xml"/><Relationship Id="rId21" Type="http://schemas.openxmlformats.org/officeDocument/2006/relationships/slide" Target="slides/slide17.xml"/><Relationship Id="rId34" Type="http://schemas.openxmlformats.org/officeDocument/2006/relationships/slide" Target="slides/slide30.xml"/><Relationship Id="rId42" Type="http://schemas.microsoft.com/office/2015/10/relationships/revisionInfo" Target="revisionInfo.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notesMaster" Target="notesMasters/notesMaster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8" Type="http://schemas.openxmlformats.org/officeDocument/2006/relationships/slide" Target="slides/slide4.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urajojha06@outlook.com" userId="7a1a78b1f07ca215" providerId="LiveId" clId="{A9189EF6-A628-4FD4-8B94-6B1C92B32515}"/>
    <pc:docChg chg="custSel addSld modSld">
      <pc:chgData name="surajojha06@outlook.com" userId="7a1a78b1f07ca215" providerId="LiveId" clId="{A9189EF6-A628-4FD4-8B94-6B1C92B32515}" dt="2026-02-06T15:40:19.995" v="86" actId="14100"/>
      <pc:docMkLst>
        <pc:docMk/>
      </pc:docMkLst>
      <pc:sldChg chg="addSp delSp modSp mod">
        <pc:chgData name="surajojha06@outlook.com" userId="7a1a78b1f07ca215" providerId="LiveId" clId="{A9189EF6-A628-4FD4-8B94-6B1C92B32515}" dt="2026-02-06T15:09:17.056" v="32" actId="1076"/>
        <pc:sldMkLst>
          <pc:docMk/>
          <pc:sldMk cId="1523997645" sldId="2146847067"/>
        </pc:sldMkLst>
        <pc:spChg chg="mod">
          <ac:chgData name="surajojha06@outlook.com" userId="7a1a78b1f07ca215" providerId="LiveId" clId="{A9189EF6-A628-4FD4-8B94-6B1C92B32515}" dt="2026-02-06T15:09:17.056" v="32" actId="1076"/>
          <ac:spMkLst>
            <pc:docMk/>
            <pc:sldMk cId="1523997645" sldId="2146847067"/>
            <ac:spMk id="3" creationId="{3F72BAFB-59D0-10D8-20EE-94059EF299AE}"/>
          </ac:spMkLst>
        </pc:spChg>
        <pc:picChg chg="add mod">
          <ac:chgData name="surajojha06@outlook.com" userId="7a1a78b1f07ca215" providerId="LiveId" clId="{A9189EF6-A628-4FD4-8B94-6B1C92B32515}" dt="2026-02-06T15:09:13.222" v="31" actId="1076"/>
          <ac:picMkLst>
            <pc:docMk/>
            <pc:sldMk cId="1523997645" sldId="2146847067"/>
            <ac:picMk id="4" creationId="{A33EF750-F88A-A4C8-AAC5-A37A436542A5}"/>
          </ac:picMkLst>
        </pc:picChg>
        <pc:picChg chg="del">
          <ac:chgData name="surajojha06@outlook.com" userId="7a1a78b1f07ca215" providerId="LiveId" clId="{A9189EF6-A628-4FD4-8B94-6B1C92B32515}" dt="2026-02-06T15:08:07.285" v="26" actId="21"/>
          <ac:picMkLst>
            <pc:docMk/>
            <pc:sldMk cId="1523997645" sldId="2146847067"/>
            <ac:picMk id="5" creationId="{E5932F09-26A2-6523-757F-715EFDD572FD}"/>
          </ac:picMkLst>
        </pc:picChg>
      </pc:sldChg>
      <pc:sldChg chg="addSp delSp modSp new mod">
        <pc:chgData name="surajojha06@outlook.com" userId="7a1a78b1f07ca215" providerId="LiveId" clId="{A9189EF6-A628-4FD4-8B94-6B1C92B32515}" dt="2026-02-06T14:55:26.538" v="20" actId="20577"/>
        <pc:sldMkLst>
          <pc:docMk/>
          <pc:sldMk cId="3557628697" sldId="2146847068"/>
        </pc:sldMkLst>
        <pc:spChg chg="add del">
          <ac:chgData name="surajojha06@outlook.com" userId="7a1a78b1f07ca215" providerId="LiveId" clId="{A9189EF6-A628-4FD4-8B94-6B1C92B32515}" dt="2026-02-06T14:53:39.414" v="2" actId="478"/>
          <ac:spMkLst>
            <pc:docMk/>
            <pc:sldMk cId="3557628697" sldId="2146847068"/>
            <ac:spMk id="3" creationId="{12011D99-B6BA-6DD3-B77D-BAC8EADA58D5}"/>
          </ac:spMkLst>
        </pc:spChg>
        <pc:spChg chg="add mod">
          <ac:chgData name="surajojha06@outlook.com" userId="7a1a78b1f07ca215" providerId="LiveId" clId="{A9189EF6-A628-4FD4-8B94-6B1C92B32515}" dt="2026-02-06T14:55:26.538" v="20" actId="20577"/>
          <ac:spMkLst>
            <pc:docMk/>
            <pc:sldMk cId="3557628697" sldId="2146847068"/>
            <ac:spMk id="5" creationId="{16E26444-DDB6-73C3-0B71-906F1328EBA2}"/>
          </ac:spMkLst>
        </pc:spChg>
        <pc:spChg chg="add mod">
          <ac:chgData name="surajojha06@outlook.com" userId="7a1a78b1f07ca215" providerId="LiveId" clId="{A9189EF6-A628-4FD4-8B94-6B1C92B32515}" dt="2026-02-06T14:54:59.788" v="15" actId="207"/>
          <ac:spMkLst>
            <pc:docMk/>
            <pc:sldMk cId="3557628697" sldId="2146847068"/>
            <ac:spMk id="7" creationId="{BC09AB2A-EBE5-4A39-A5FC-4292086602E5}"/>
          </ac:spMkLst>
        </pc:spChg>
      </pc:sldChg>
      <pc:sldChg chg="addSp delSp modSp new mod">
        <pc:chgData name="surajojha06@outlook.com" userId="7a1a78b1f07ca215" providerId="LiveId" clId="{A9189EF6-A628-4FD4-8B94-6B1C92B32515}" dt="2026-02-06T15:32:04.924" v="37" actId="14100"/>
        <pc:sldMkLst>
          <pc:docMk/>
          <pc:sldMk cId="2149218899" sldId="2146847069"/>
        </pc:sldMkLst>
        <pc:spChg chg="add mod">
          <ac:chgData name="surajojha06@outlook.com" userId="7a1a78b1f07ca215" providerId="LiveId" clId="{A9189EF6-A628-4FD4-8B94-6B1C92B32515}" dt="2026-02-06T14:56:36.815" v="25" actId="1076"/>
          <ac:spMkLst>
            <pc:docMk/>
            <pc:sldMk cId="2149218899" sldId="2146847069"/>
            <ac:spMk id="3" creationId="{B26C9334-9987-FB72-74F3-2688DDFBAB3F}"/>
          </ac:spMkLst>
        </pc:spChg>
        <pc:spChg chg="add del">
          <ac:chgData name="surajojha06@outlook.com" userId="7a1a78b1f07ca215" providerId="LiveId" clId="{A9189EF6-A628-4FD4-8B94-6B1C92B32515}" dt="2026-02-06T15:30:39.078" v="34" actId="478"/>
          <ac:spMkLst>
            <pc:docMk/>
            <pc:sldMk cId="2149218899" sldId="2146847069"/>
            <ac:spMk id="4" creationId="{9B8C5EE8-D73B-CA56-4670-8416DA628A8D}"/>
          </ac:spMkLst>
        </pc:spChg>
        <pc:spChg chg="add mod">
          <ac:chgData name="surajojha06@outlook.com" userId="7a1a78b1f07ca215" providerId="LiveId" clId="{A9189EF6-A628-4FD4-8B94-6B1C92B32515}" dt="2026-02-06T15:32:04.924" v="37" actId="14100"/>
          <ac:spMkLst>
            <pc:docMk/>
            <pc:sldMk cId="2149218899" sldId="2146847069"/>
            <ac:spMk id="6" creationId="{A2152599-A73A-EF03-D50A-C9265D74FAE9}"/>
          </ac:spMkLst>
        </pc:spChg>
      </pc:sldChg>
      <pc:sldChg chg="addSp modSp new mod">
        <pc:chgData name="surajojha06@outlook.com" userId="7a1a78b1f07ca215" providerId="LiveId" clId="{A9189EF6-A628-4FD4-8B94-6B1C92B32515}" dt="2026-02-06T15:36:46.327" v="45" actId="14100"/>
        <pc:sldMkLst>
          <pc:docMk/>
          <pc:sldMk cId="2809879941" sldId="2146847070"/>
        </pc:sldMkLst>
        <pc:spChg chg="add mod">
          <ac:chgData name="surajojha06@outlook.com" userId="7a1a78b1f07ca215" providerId="LiveId" clId="{A9189EF6-A628-4FD4-8B94-6B1C92B32515}" dt="2026-02-06T15:32:50.098" v="42" actId="1076"/>
          <ac:spMkLst>
            <pc:docMk/>
            <pc:sldMk cId="2809879941" sldId="2146847070"/>
            <ac:spMk id="3" creationId="{116BD391-9166-D4B0-7904-2B660ABF360E}"/>
          </ac:spMkLst>
        </pc:spChg>
        <pc:picChg chg="add mod">
          <ac:chgData name="surajojha06@outlook.com" userId="7a1a78b1f07ca215" providerId="LiveId" clId="{A9189EF6-A628-4FD4-8B94-6B1C92B32515}" dt="2026-02-06T15:36:46.327" v="45" actId="14100"/>
          <ac:picMkLst>
            <pc:docMk/>
            <pc:sldMk cId="2809879941" sldId="2146847070"/>
            <ac:picMk id="5" creationId="{E110A4F1-6CB7-4AB4-5764-AC4E6AF41F87}"/>
          </ac:picMkLst>
        </pc:picChg>
      </pc:sldChg>
      <pc:sldChg chg="addSp delSp modSp new mod">
        <pc:chgData name="surajojha06@outlook.com" userId="7a1a78b1f07ca215" providerId="LiveId" clId="{A9189EF6-A628-4FD4-8B94-6B1C92B32515}" dt="2026-02-06T15:37:43.185" v="56" actId="255"/>
        <pc:sldMkLst>
          <pc:docMk/>
          <pc:sldMk cId="3295333957" sldId="2146847071"/>
        </pc:sldMkLst>
        <pc:spChg chg="add mod">
          <ac:chgData name="surajojha06@outlook.com" userId="7a1a78b1f07ca215" providerId="LiveId" clId="{A9189EF6-A628-4FD4-8B94-6B1C92B32515}" dt="2026-02-06T15:37:43.185" v="56" actId="255"/>
          <ac:spMkLst>
            <pc:docMk/>
            <pc:sldMk cId="3295333957" sldId="2146847071"/>
            <ac:spMk id="7" creationId="{41EACEDB-CC90-7686-CF35-AB63BCF46A51}"/>
          </ac:spMkLst>
        </pc:spChg>
        <pc:picChg chg="add mod">
          <ac:chgData name="surajojha06@outlook.com" userId="7a1a78b1f07ca215" providerId="LiveId" clId="{A9189EF6-A628-4FD4-8B94-6B1C92B32515}" dt="2026-02-06T15:37:13.239" v="50" actId="1076"/>
          <ac:picMkLst>
            <pc:docMk/>
            <pc:sldMk cId="3295333957" sldId="2146847071"/>
            <ac:picMk id="3" creationId="{E49A756E-A6EC-02A2-6C0D-A1A0D224C6F1}"/>
          </ac:picMkLst>
        </pc:picChg>
        <pc:picChg chg="add del mod">
          <ac:chgData name="surajojha06@outlook.com" userId="7a1a78b1f07ca215" providerId="LiveId" clId="{A9189EF6-A628-4FD4-8B94-6B1C92B32515}" dt="2026-02-06T15:37:23.800" v="53" actId="21"/>
          <ac:picMkLst>
            <pc:docMk/>
            <pc:sldMk cId="3295333957" sldId="2146847071"/>
            <ac:picMk id="5" creationId="{9C06ADFC-26DA-6FCB-3CD1-9B327FC9D665}"/>
          </ac:picMkLst>
        </pc:picChg>
      </pc:sldChg>
      <pc:sldChg chg="addSp modSp new mod">
        <pc:chgData name="surajojha06@outlook.com" userId="7a1a78b1f07ca215" providerId="LiveId" clId="{A9189EF6-A628-4FD4-8B94-6B1C92B32515}" dt="2026-02-06T15:38:39.482" v="66" actId="14100"/>
        <pc:sldMkLst>
          <pc:docMk/>
          <pc:sldMk cId="3938018187" sldId="2146847072"/>
        </pc:sldMkLst>
        <pc:spChg chg="add mod">
          <ac:chgData name="surajojha06@outlook.com" userId="7a1a78b1f07ca215" providerId="LiveId" clId="{A9189EF6-A628-4FD4-8B94-6B1C92B32515}" dt="2026-02-06T15:38:00.703" v="60" actId="1076"/>
          <ac:spMkLst>
            <pc:docMk/>
            <pc:sldMk cId="3938018187" sldId="2146847072"/>
            <ac:spMk id="3" creationId="{FA917EF1-BE50-0646-ACC7-4431DEF61B51}"/>
          </ac:spMkLst>
        </pc:spChg>
        <pc:picChg chg="add mod">
          <ac:chgData name="surajojha06@outlook.com" userId="7a1a78b1f07ca215" providerId="LiveId" clId="{A9189EF6-A628-4FD4-8B94-6B1C92B32515}" dt="2026-02-06T15:38:39.482" v="66" actId="14100"/>
          <ac:picMkLst>
            <pc:docMk/>
            <pc:sldMk cId="3938018187" sldId="2146847072"/>
            <ac:picMk id="5" creationId="{3D5268E4-580A-A3E7-1CE7-9F5867CE0CF1}"/>
          </ac:picMkLst>
        </pc:picChg>
      </pc:sldChg>
      <pc:sldChg chg="addSp modSp new mod">
        <pc:chgData name="surajojha06@outlook.com" userId="7a1a78b1f07ca215" providerId="LiveId" clId="{A9189EF6-A628-4FD4-8B94-6B1C92B32515}" dt="2026-02-06T15:39:09.047" v="71" actId="1076"/>
        <pc:sldMkLst>
          <pc:docMk/>
          <pc:sldMk cId="2103844529" sldId="2146847073"/>
        </pc:sldMkLst>
        <pc:spChg chg="add mod">
          <ac:chgData name="surajojha06@outlook.com" userId="7a1a78b1f07ca215" providerId="LiveId" clId="{A9189EF6-A628-4FD4-8B94-6B1C92B32515}" dt="2026-02-06T15:38:57.662" v="69" actId="1076"/>
          <ac:spMkLst>
            <pc:docMk/>
            <pc:sldMk cId="2103844529" sldId="2146847073"/>
            <ac:spMk id="3" creationId="{93B52A44-76D6-7412-62DA-1A1A37B08C7E}"/>
          </ac:spMkLst>
        </pc:spChg>
        <pc:picChg chg="add mod">
          <ac:chgData name="surajojha06@outlook.com" userId="7a1a78b1f07ca215" providerId="LiveId" clId="{A9189EF6-A628-4FD4-8B94-6B1C92B32515}" dt="2026-02-06T15:39:09.047" v="71" actId="1076"/>
          <ac:picMkLst>
            <pc:docMk/>
            <pc:sldMk cId="2103844529" sldId="2146847073"/>
            <ac:picMk id="5" creationId="{56BC8CA8-005F-17A8-40CC-57834A7939ED}"/>
          </ac:picMkLst>
        </pc:picChg>
      </pc:sldChg>
      <pc:sldChg chg="addSp modSp new mod">
        <pc:chgData name="surajojha06@outlook.com" userId="7a1a78b1f07ca215" providerId="LiveId" clId="{A9189EF6-A628-4FD4-8B94-6B1C92B32515}" dt="2026-02-06T15:39:53.701" v="80" actId="14100"/>
        <pc:sldMkLst>
          <pc:docMk/>
          <pc:sldMk cId="3784143198" sldId="2146847074"/>
        </pc:sldMkLst>
        <pc:spChg chg="add mod">
          <ac:chgData name="surajojha06@outlook.com" userId="7a1a78b1f07ca215" providerId="LiveId" clId="{A9189EF6-A628-4FD4-8B94-6B1C92B32515}" dt="2026-02-06T15:39:32.597" v="76" actId="1076"/>
          <ac:spMkLst>
            <pc:docMk/>
            <pc:sldMk cId="3784143198" sldId="2146847074"/>
            <ac:spMk id="3" creationId="{ACA239E9-23D3-F3EE-F54B-AAF381A486AD}"/>
          </ac:spMkLst>
        </pc:spChg>
        <pc:picChg chg="add mod">
          <ac:chgData name="surajojha06@outlook.com" userId="7a1a78b1f07ca215" providerId="LiveId" clId="{A9189EF6-A628-4FD4-8B94-6B1C92B32515}" dt="2026-02-06T15:39:53.701" v="80" actId="14100"/>
          <ac:picMkLst>
            <pc:docMk/>
            <pc:sldMk cId="3784143198" sldId="2146847074"/>
            <ac:picMk id="5" creationId="{3215D3D8-D60B-1A50-5888-38EEB0C5A7F9}"/>
          </ac:picMkLst>
        </pc:picChg>
      </pc:sldChg>
      <pc:sldChg chg="addSp modSp new mod">
        <pc:chgData name="surajojha06@outlook.com" userId="7a1a78b1f07ca215" providerId="LiveId" clId="{A9189EF6-A628-4FD4-8B94-6B1C92B32515}" dt="2026-02-06T15:40:19.995" v="86" actId="14100"/>
        <pc:sldMkLst>
          <pc:docMk/>
          <pc:sldMk cId="2610396306" sldId="2146847075"/>
        </pc:sldMkLst>
        <pc:spChg chg="add mod">
          <ac:chgData name="surajojha06@outlook.com" userId="7a1a78b1f07ca215" providerId="LiveId" clId="{A9189EF6-A628-4FD4-8B94-6B1C92B32515}" dt="2026-02-06T15:40:04.913" v="83" actId="1076"/>
          <ac:spMkLst>
            <pc:docMk/>
            <pc:sldMk cId="2610396306" sldId="2146847075"/>
            <ac:spMk id="3" creationId="{7B03B7F1-4957-148D-1F8F-73CD10852B76}"/>
          </ac:spMkLst>
        </pc:spChg>
        <pc:picChg chg="add mod">
          <ac:chgData name="surajojha06@outlook.com" userId="7a1a78b1f07ca215" providerId="LiveId" clId="{A9189EF6-A628-4FD4-8B94-6B1C92B32515}" dt="2026-02-06T15:40:19.995" v="86" actId="14100"/>
          <ac:picMkLst>
            <pc:docMk/>
            <pc:sldMk cId="2610396306" sldId="2146847075"/>
            <ac:picMk id="5" creationId="{FE01BACB-D3B6-9475-6149-BCBBF2BCF49F}"/>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6256A78-79A6-408F-8148-4F87BB81602D}" type="datetimeFigureOut">
              <a:rPr lang="en-IN" smtClean="0"/>
              <a:t>06-02-2026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E254F1-4415-47BF-9E91-C5D4B9A33350}" type="slidenum">
              <a:rPr lang="en-IN" smtClean="0"/>
              <a:t>‹#›</a:t>
            </a:fld>
            <a:endParaRPr lang="en-IN"/>
          </a:p>
        </p:txBody>
      </p:sp>
    </p:spTree>
    <p:extLst>
      <p:ext uri="{BB962C8B-B14F-4D97-AF65-F5344CB8AC3E}">
        <p14:creationId xmlns:p14="http://schemas.microsoft.com/office/powerpoint/2010/main" val="5380084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Rectangle 6"/>
          <p:cNvSpPr/>
          <p:nvPr/>
        </p:nvSpPr>
        <p:spPr>
          <a:xfrm>
            <a:off x="446534" y="3085764"/>
            <a:ext cx="11298932" cy="3338149"/>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tx1">
                    <a:lumMod val="75000"/>
                    <a:lumOff val="25000"/>
                  </a:schemeClr>
                </a:solidFill>
              </a:defRPr>
            </a:lvl1pPr>
          </a:lstStyle>
          <a:p>
            <a:r>
              <a:rPr lang="en-US"/>
              <a:t>Click to edit Master title style</a:t>
            </a:r>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8" name="Date Placeholder 7">
            <a:extLst>
              <a:ext uri="{FF2B5EF4-FFF2-40B4-BE49-F238E27FC236}">
                <a16:creationId xmlns:a16="http://schemas.microsoft.com/office/drawing/2014/main" id="{7FA0ACE7-29A8-47D3-A7D9-257B711D8023}"/>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9" name="Footer Placeholder 8">
            <a:extLst>
              <a:ext uri="{FF2B5EF4-FFF2-40B4-BE49-F238E27FC236}">
                <a16:creationId xmlns:a16="http://schemas.microsoft.com/office/drawing/2014/main" id="{DEC604B9-52E9-4810-8359-47206518D038}"/>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5898A89F-CA25-400F-B05A-AECBF2517E4F}"/>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490017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2" y="702156"/>
            <a:ext cx="11029616" cy="530296"/>
          </a:xfrm>
        </p:spPr>
        <p:txBody>
          <a:bodyPr/>
          <a:lstStyle/>
          <a:p>
            <a:r>
              <a:rPr lang="en-US"/>
              <a:t>Click to edit Master title style</a:t>
            </a:r>
          </a:p>
        </p:txBody>
      </p:sp>
      <p:sp>
        <p:nvSpPr>
          <p:cNvPr id="3" name="Content Placeholder 2"/>
          <p:cNvSpPr>
            <a:spLocks noGrp="1"/>
          </p:cNvSpPr>
          <p:nvPr>
            <p:ph idx="1"/>
          </p:nvPr>
        </p:nvSpPr>
        <p:spPr>
          <a:xfrm>
            <a:off x="581192" y="1302026"/>
            <a:ext cx="11029615" cy="467332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770E6237-3456-439F-802D-3BA93FC7E3E5}"/>
              </a:ext>
            </a:extLst>
          </p:cNvPr>
          <p:cNvSpPr>
            <a:spLocks noGrp="1"/>
          </p:cNvSpPr>
          <p:nvPr>
            <p:ph type="dt" sz="half" idx="10"/>
          </p:nvPr>
        </p:nvSpPr>
        <p:spPr/>
        <p:txBody>
          <a:bodyPr/>
          <a:lstStyle/>
          <a:p>
            <a:fld id="{78DD82B9-B8EE-4375-B6FF-88FA6ABB15D9}" type="datetime1">
              <a:rPr lang="en-US" smtClean="0"/>
              <a:t>2/6/2026</a:t>
            </a:fld>
            <a:endParaRPr lang="en-US"/>
          </a:p>
        </p:txBody>
      </p:sp>
    </p:spTree>
    <p:extLst>
      <p:ext uri="{BB962C8B-B14F-4D97-AF65-F5344CB8AC3E}">
        <p14:creationId xmlns:p14="http://schemas.microsoft.com/office/powerpoint/2010/main" val="8524434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2393950"/>
            <a:ext cx="11029615" cy="2147467"/>
          </a:xfrm>
        </p:spPr>
        <p:txBody>
          <a:bodyPr anchor="b">
            <a:normAutofit/>
          </a:bodyPr>
          <a:lstStyle>
            <a:lvl1pPr algn="l">
              <a:defRPr sz="3600" b="0" cap="all">
                <a:solidFill>
                  <a:schemeClr val="tx1">
                    <a:lumMod val="75000"/>
                    <a:lumOff val="25000"/>
                  </a:schemeClr>
                </a:solidFill>
              </a:defRPr>
            </a:lvl1pPr>
          </a:lstStyle>
          <a:p>
            <a:r>
              <a:rPr lang="en-US"/>
              <a:t>Click to edit Master title style</a:t>
            </a:r>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7" name="Date Placeholder 6">
            <a:extLst>
              <a:ext uri="{FF2B5EF4-FFF2-40B4-BE49-F238E27FC236}">
                <a16:creationId xmlns:a16="http://schemas.microsoft.com/office/drawing/2014/main" id="{61582016-5696-4A93-887F-BBB3B9002FE5}"/>
              </a:ext>
            </a:extLst>
          </p:cNvPr>
          <p:cNvSpPr>
            <a:spLocks noGrp="1"/>
          </p:cNvSpPr>
          <p:nvPr>
            <p:ph type="dt" sz="half" idx="10"/>
          </p:nvPr>
        </p:nvSpPr>
        <p:spPr/>
        <p:txBody>
          <a:bodyPr/>
          <a:lstStyle/>
          <a:p>
            <a:fld id="{B2497495-0637-405E-AE64-5CC7506D51F5}" type="datetime1">
              <a:rPr lang="en-US" smtClean="0"/>
              <a:t>2/6/2026</a:t>
            </a:fld>
            <a:endParaRPr lang="en-US"/>
          </a:p>
        </p:txBody>
      </p:sp>
      <p:sp>
        <p:nvSpPr>
          <p:cNvPr id="9" name="Footer Placeholder 8">
            <a:extLst>
              <a:ext uri="{FF2B5EF4-FFF2-40B4-BE49-F238E27FC236}">
                <a16:creationId xmlns:a16="http://schemas.microsoft.com/office/drawing/2014/main" id="{857CFCD5-1192-4E18-8A8F-29E153B44DA4}"/>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0" name="Slide Number Placeholder 9">
            <a:extLst>
              <a:ext uri="{FF2B5EF4-FFF2-40B4-BE49-F238E27FC236}">
                <a16:creationId xmlns:a16="http://schemas.microsoft.com/office/drawing/2014/main" id="{E39A109E-5018-4794-92B3-FD5E5BCD95E8}"/>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6668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81193" y="729658"/>
            <a:ext cx="11029616" cy="492855"/>
          </a:xfrm>
        </p:spPr>
        <p:txBody>
          <a:bodyPr/>
          <a:lstStyle/>
          <a:p>
            <a:r>
              <a:rPr lang="en-US"/>
              <a:t>Click to edit Master title style</a:t>
            </a:r>
          </a:p>
        </p:txBody>
      </p:sp>
      <p:sp>
        <p:nvSpPr>
          <p:cNvPr id="3" name="Content Placeholder 2"/>
          <p:cNvSpPr>
            <a:spLocks noGrp="1"/>
          </p:cNvSpPr>
          <p:nvPr>
            <p:ph sz="half" idx="1"/>
          </p:nvPr>
        </p:nvSpPr>
        <p:spPr>
          <a:xfrm>
            <a:off x="581193" y="1391479"/>
            <a:ext cx="5194767"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416039" y="1391479"/>
            <a:ext cx="5194769" cy="4469572"/>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7BFFD690-9426-415D-8B65-26881E07B2D4}"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24833232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Title 1"/>
          <p:cNvSpPr>
            <a:spLocks noGrp="1"/>
          </p:cNvSpPr>
          <p:nvPr>
            <p:ph type="title"/>
          </p:nvPr>
        </p:nvSpPr>
        <p:spPr>
          <a:xfrm>
            <a:off x="581193" y="729658"/>
            <a:ext cx="11029616" cy="988332"/>
          </a:xfrm>
        </p:spPr>
        <p:txBody>
          <a:bodyPr/>
          <a:lstStyle/>
          <a:p>
            <a:r>
              <a:rPr lang="en-US"/>
              <a:t>Click to edit Master title style</a:t>
            </a:r>
          </a:p>
        </p:txBody>
      </p:sp>
      <p:sp>
        <p:nvSpPr>
          <p:cNvPr id="3" name="Text Placeholder 2"/>
          <p:cNvSpPr>
            <a:spLocks noGrp="1"/>
          </p:cNvSpPr>
          <p:nvPr>
            <p:ph type="body" idx="1"/>
          </p:nvPr>
        </p:nvSpPr>
        <p:spPr>
          <a:xfrm>
            <a:off x="581191" y="2250891"/>
            <a:ext cx="5194769" cy="557784"/>
          </a:xfrm>
        </p:spPr>
        <p:txBody>
          <a:bodyPr anchor="ctr">
            <a:noAutofit/>
          </a:bodyPr>
          <a:lstStyle>
            <a:lvl1pPr marL="0" indent="0">
              <a:buNone/>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581194" y="2926052"/>
            <a:ext cx="5194766"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416039" y="2250892"/>
            <a:ext cx="5194770" cy="553373"/>
          </a:xfrm>
        </p:spPr>
        <p:txBody>
          <a:bodyPr anchor="ctr">
            <a:noAutofit/>
          </a:bodyPr>
          <a:lstStyle>
            <a:lvl1pPr marL="0" marR="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sz="2000" b="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marR="0" lvl="0" indent="0" algn="l" defTabSz="457200" rtl="0" eaLnBrk="1" fontAlgn="auto" latinLnBrk="0" hangingPunct="1">
              <a:lnSpc>
                <a:spcPct val="100000"/>
              </a:lnSpc>
              <a:spcBef>
                <a:spcPct val="20000"/>
              </a:spcBef>
              <a:spcAft>
                <a:spcPts val="600"/>
              </a:spcAft>
              <a:buClr>
                <a:schemeClr val="accent1"/>
              </a:buClr>
              <a:buSzPct val="92000"/>
              <a:buFont typeface="Wingdings 2" panose="05020102010507070707" pitchFamily="18" charset="2"/>
              <a:buNone/>
              <a:tabLst/>
              <a:defRPr/>
            </a:pPr>
            <a:r>
              <a:rPr lang="en-US"/>
              <a:t>Click to edit Master text styles</a:t>
            </a:r>
          </a:p>
        </p:txBody>
      </p:sp>
      <p:sp>
        <p:nvSpPr>
          <p:cNvPr id="6" name="Content Placeholder 5"/>
          <p:cNvSpPr>
            <a:spLocks noGrp="1"/>
          </p:cNvSpPr>
          <p:nvPr>
            <p:ph sz="quarter" idx="4"/>
          </p:nvPr>
        </p:nvSpPr>
        <p:spPr>
          <a:xfrm>
            <a:off x="6416037" y="2926052"/>
            <a:ext cx="5194771" cy="2934999"/>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04C4989A-474C-40DE-95B9-011C28B71673}" type="datetime1">
              <a:rPr lang="en-US" smtClean="0"/>
              <a:t>2/6/2026</a:t>
            </a:fld>
            <a:endParaRPr lang="en-US"/>
          </a:p>
        </p:txBody>
      </p:sp>
      <p:sp>
        <p:nvSpPr>
          <p:cNvPr id="8" name="Footer Placeholder 7"/>
          <p:cNvSpPr>
            <a:spLocks noGrp="1"/>
          </p:cNvSpPr>
          <p:nvPr>
            <p:ph type="ftr" sz="quarter" idx="11"/>
          </p:nvPr>
        </p:nvSpPr>
        <p:spPr>
          <a:xfrm>
            <a:off x="581192" y="6423914"/>
            <a:ext cx="6917210" cy="365125"/>
          </a:xfrm>
          <a:prstGeom prst="rect">
            <a:avLst/>
          </a:prstGeom>
        </p:spPr>
        <p:txBody>
          <a:bodyPr/>
          <a:lstStyle/>
          <a:p>
            <a:endParaRPr lang="en-US"/>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74804658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8" name="Title 1"/>
          <p:cNvSpPr>
            <a:spLocks noGrp="1"/>
          </p:cNvSpPr>
          <p:nvPr>
            <p:ph type="title"/>
          </p:nvPr>
        </p:nvSpPr>
        <p:spPr>
          <a:xfrm>
            <a:off x="575894" y="729658"/>
            <a:ext cx="11029616" cy="592246"/>
          </a:xfrm>
        </p:spPr>
        <p:txBody>
          <a:bodyPr/>
          <a:lstStyle/>
          <a:p>
            <a:r>
              <a:rPr lang="en-US"/>
              <a:t>Click to edit Master title style</a:t>
            </a:r>
          </a:p>
        </p:txBody>
      </p:sp>
      <p:sp>
        <p:nvSpPr>
          <p:cNvPr id="3" name="Date Placeholder 2"/>
          <p:cNvSpPr>
            <a:spLocks noGrp="1"/>
          </p:cNvSpPr>
          <p:nvPr>
            <p:ph type="dt" sz="half" idx="10"/>
          </p:nvPr>
        </p:nvSpPr>
        <p:spPr/>
        <p:txBody>
          <a:bodyPr/>
          <a:lstStyle/>
          <a:p>
            <a:fld id="{5DB4ED54-5B5E-4A04-93D3-5772E3CE3818}" type="datetime1">
              <a:rPr lang="en-US" smtClean="0"/>
              <a:t>2/6/2026</a:t>
            </a:fld>
            <a:endParaRPr lang="en-US"/>
          </a:p>
        </p:txBody>
      </p:sp>
      <p:sp>
        <p:nvSpPr>
          <p:cNvPr id="4" name="Footer Placeholder 3"/>
          <p:cNvSpPr>
            <a:spLocks noGrp="1"/>
          </p:cNvSpPr>
          <p:nvPr>
            <p:ph type="ftr" sz="quarter" idx="11"/>
          </p:nvPr>
        </p:nvSpPr>
        <p:spPr>
          <a:xfrm>
            <a:off x="581192" y="6423914"/>
            <a:ext cx="6917210" cy="365125"/>
          </a:xfrm>
          <a:prstGeom prst="rect">
            <a:avLst/>
          </a:prstGeom>
        </p:spPr>
        <p:txBody>
          <a:bodyPr/>
          <a:lstStyle/>
          <a:p>
            <a:endParaRPr lang="en-US"/>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363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EDE50D6-574B-40AF-946F-D52A04ADE379}" type="datetime1">
              <a:rPr lang="en-US" smtClean="0"/>
              <a:t>2/6/2026</a:t>
            </a:fld>
            <a:endParaRPr lang="en-US"/>
          </a:p>
        </p:txBody>
      </p:sp>
      <p:sp>
        <p:nvSpPr>
          <p:cNvPr id="3" name="Footer Placeholder 2"/>
          <p:cNvSpPr>
            <a:spLocks noGrp="1"/>
          </p:cNvSpPr>
          <p:nvPr>
            <p:ph type="ftr" sz="quarter" idx="11"/>
          </p:nvPr>
        </p:nvSpPr>
        <p:spPr>
          <a:xfrm>
            <a:off x="581192" y="6423914"/>
            <a:ext cx="6917210" cy="365125"/>
          </a:xfrm>
          <a:prstGeom prst="rect">
            <a:avLst/>
          </a:prstGeom>
        </p:spPr>
        <p:txBody>
          <a:bodyPr/>
          <a:lstStyle/>
          <a:p>
            <a:endParaRPr lang="en-US"/>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129494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9" name="Rectangle 8"/>
          <p:cNvSpPr>
            <a:spLocks noChangeAspect="1"/>
          </p:cNvSpPr>
          <p:nvPr/>
        </p:nvSpPr>
        <p:spPr>
          <a:xfrm>
            <a:off x="447817" y="601200"/>
            <a:ext cx="3682723" cy="5815475"/>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767857" y="933450"/>
            <a:ext cx="3031852" cy="1722419"/>
          </a:xfrm>
        </p:spPr>
        <p:txBody>
          <a:bodyPr anchor="b">
            <a:normAutofit/>
          </a:bodyPr>
          <a:lstStyle>
            <a:lvl1pPr algn="l">
              <a:defRPr sz="2400" b="0">
                <a:solidFill>
                  <a:srgbClr val="FFFFFF"/>
                </a:solidFill>
              </a:defRPr>
            </a:lvl1pPr>
          </a:lstStyle>
          <a:p>
            <a:r>
              <a:rPr lang="en-US"/>
              <a:t>Click to edit Master title style</a:t>
            </a:r>
          </a:p>
        </p:txBody>
      </p:sp>
      <p:sp>
        <p:nvSpPr>
          <p:cNvPr id="3" name="Content Placeholder 2"/>
          <p:cNvSpPr>
            <a:spLocks noGrp="1"/>
          </p:cNvSpPr>
          <p:nvPr>
            <p:ph idx="1"/>
          </p:nvPr>
        </p:nvSpPr>
        <p:spPr>
          <a:xfrm>
            <a:off x="4900928" y="1179829"/>
            <a:ext cx="6650991" cy="4658216"/>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767857" y="2836654"/>
            <a:ext cx="3031852" cy="3001392"/>
          </a:xfrm>
        </p:spPr>
        <p:txBody>
          <a:bodyPr anchor="t">
            <a:normAutofit/>
          </a:bodyPr>
          <a:lstStyle>
            <a:lvl1pPr marL="0" indent="0" algn="l">
              <a:buNone/>
              <a:defRPr sz="1600">
                <a:solidFill>
                  <a:srgbClr val="FFFFFF"/>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a:extLst>
              <a:ext uri="{FF2B5EF4-FFF2-40B4-BE49-F238E27FC236}">
                <a16:creationId xmlns:a16="http://schemas.microsoft.com/office/drawing/2014/main" id="{0B919CC2-2A65-446F-B538-9E6249035445}"/>
              </a:ext>
            </a:extLst>
          </p:cNvPr>
          <p:cNvSpPr>
            <a:spLocks noGrp="1"/>
          </p:cNvSpPr>
          <p:nvPr>
            <p:ph type="dt" sz="half" idx="10"/>
          </p:nvPr>
        </p:nvSpPr>
        <p:spPr>
          <a:xfrm>
            <a:off x="7605951" y="6456916"/>
            <a:ext cx="2844799" cy="365125"/>
          </a:xfrm>
        </p:spPr>
        <p:txBody>
          <a:bodyPr/>
          <a:lstStyle/>
          <a:p>
            <a:fld id="{D82884F1-FFEA-405F-9602-3DCA865EDA4E}" type="datetime1">
              <a:rPr lang="en-US" smtClean="0"/>
              <a:t>2/6/2026</a:t>
            </a:fld>
            <a:endParaRPr lang="en-US"/>
          </a:p>
        </p:txBody>
      </p:sp>
      <p:sp>
        <p:nvSpPr>
          <p:cNvPr id="10" name="Footer Placeholder 9">
            <a:extLst>
              <a:ext uri="{FF2B5EF4-FFF2-40B4-BE49-F238E27FC236}">
                <a16:creationId xmlns:a16="http://schemas.microsoft.com/office/drawing/2014/main" id="{B72412AE-119E-4982-8B24-63365EFCA796}"/>
              </a:ext>
            </a:extLst>
          </p:cNvPr>
          <p:cNvSpPr>
            <a:spLocks noGrp="1"/>
          </p:cNvSpPr>
          <p:nvPr>
            <p:ph type="ftr" sz="quarter" idx="11"/>
          </p:nvPr>
        </p:nvSpPr>
        <p:spPr>
          <a:xfrm>
            <a:off x="581192" y="6452590"/>
            <a:ext cx="6917210" cy="365125"/>
          </a:xfrm>
          <a:prstGeom prst="rect">
            <a:avLst/>
          </a:prstGeom>
        </p:spPr>
        <p:txBody>
          <a:bodyPr/>
          <a:lstStyle/>
          <a:p>
            <a:endParaRPr lang="en-US"/>
          </a:p>
        </p:txBody>
      </p:sp>
      <p:sp>
        <p:nvSpPr>
          <p:cNvPr id="11" name="Slide Number Placeholder 10">
            <a:extLst>
              <a:ext uri="{FF2B5EF4-FFF2-40B4-BE49-F238E27FC236}">
                <a16:creationId xmlns:a16="http://schemas.microsoft.com/office/drawing/2014/main" id="{7FC4BB19-6AD1-45CF-9F99-00B109890FAB}"/>
              </a:ext>
            </a:extLst>
          </p:cNvPr>
          <p:cNvSpPr>
            <a:spLocks noGrp="1"/>
          </p:cNvSpPr>
          <p:nvPr>
            <p:ph type="sldNum" sz="quarter" idx="12"/>
          </p:nvPr>
        </p:nvSpPr>
        <p:spPr>
          <a:xfrm>
            <a:off x="10558300" y="6456916"/>
            <a:ext cx="1052510" cy="365125"/>
          </a:xfrm>
        </p:spPr>
        <p:txBody>
          <a:bodyPr/>
          <a:lstStyle/>
          <a:p>
            <a:fld id="{3A98EE3D-8CD1-4C3F-BD1C-C98C9596463C}" type="slidenum">
              <a:rPr lang="en-US" smtClean="0"/>
              <a:pPr/>
              <a:t>‹#›</a:t>
            </a:fld>
            <a:endParaRPr lang="en-US"/>
          </a:p>
        </p:txBody>
      </p:sp>
    </p:spTree>
    <p:extLst>
      <p:ext uri="{BB962C8B-B14F-4D97-AF65-F5344CB8AC3E}">
        <p14:creationId xmlns:p14="http://schemas.microsoft.com/office/powerpoint/2010/main" val="12617666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tx1">
                    <a:lumMod val="75000"/>
                    <a:lumOff val="25000"/>
                  </a:schemeClr>
                </a:solidFill>
              </a:defRPr>
            </a:lvl1pPr>
          </a:lstStyle>
          <a:p>
            <a:r>
              <a:rPr lang="en-US"/>
              <a:t>Click to edit Master title style</a:t>
            </a:r>
          </a:p>
        </p:txBody>
      </p:sp>
      <p:sp>
        <p:nvSpPr>
          <p:cNvPr id="3" name="Picture Placeholder 2"/>
          <p:cNvSpPr>
            <a:spLocks noGrp="1" noChangeAspect="1"/>
          </p:cNvSpPr>
          <p:nvPr>
            <p:ph type="pic" idx="1"/>
          </p:nvPr>
        </p:nvSpPr>
        <p:spPr>
          <a:xfrm>
            <a:off x="447817" y="641350"/>
            <a:ext cx="11290859" cy="3651249"/>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p>
        </p:txBody>
      </p:sp>
      <p:sp>
        <p:nvSpPr>
          <p:cNvPr id="4" name="Text Placeholder 3"/>
          <p:cNvSpPr>
            <a:spLocks noGrp="1"/>
          </p:cNvSpPr>
          <p:nvPr>
            <p:ph type="body" sz="half" idx="2"/>
          </p:nvPr>
        </p:nvSpPr>
        <p:spPr>
          <a:xfrm>
            <a:off x="581192" y="5260127"/>
            <a:ext cx="11029617" cy="998148"/>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E18DB4A-8810-4A10-AD5C-D5E2C667F5B3}" type="datetime1">
              <a:rPr lang="en-US" smtClean="0"/>
              <a:t>2/6/2026</a:t>
            </a:fld>
            <a:endParaRPr lang="en-US"/>
          </a:p>
        </p:txBody>
      </p:sp>
      <p:sp>
        <p:nvSpPr>
          <p:cNvPr id="6" name="Footer Placeholder 5"/>
          <p:cNvSpPr>
            <a:spLocks noGrp="1"/>
          </p:cNvSpPr>
          <p:nvPr>
            <p:ph type="ftr" sz="quarter" idx="11"/>
          </p:nvPr>
        </p:nvSpPr>
        <p:spPr>
          <a:xfrm>
            <a:off x="581192" y="6423914"/>
            <a:ext cx="6917210" cy="365125"/>
          </a:xfrm>
          <a:prstGeom prst="rect">
            <a:avLst/>
          </a:prstGeom>
        </p:spPr>
        <p:txBody>
          <a:bodyPr/>
          <a:lstStyle/>
          <a:p>
            <a:pPr algn="l"/>
            <a:endParaRPr lang="en-US"/>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5732895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9" name="Title 1"/>
          <p:cNvSpPr>
            <a:spLocks noGrp="1"/>
          </p:cNvSpPr>
          <p:nvPr>
            <p:ph type="title"/>
          </p:nvPr>
        </p:nvSpPr>
        <p:spPr>
          <a:xfrm>
            <a:off x="581192" y="702156"/>
            <a:ext cx="11029616" cy="1013800"/>
          </a:xfrm>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CED4963-E985-44C4-B8C4-FDD613B7C2F8}" type="datetime1">
              <a:rPr lang="en-US" smtClean="0"/>
              <a:t>2/6/2026</a:t>
            </a:fld>
            <a:endParaRPr lang="en-US"/>
          </a:p>
        </p:txBody>
      </p:sp>
      <p:sp>
        <p:nvSpPr>
          <p:cNvPr id="5" name="Footer Placeholder 4"/>
          <p:cNvSpPr>
            <a:spLocks noGrp="1"/>
          </p:cNvSpPr>
          <p:nvPr>
            <p:ph type="ftr" sz="quarter" idx="11"/>
          </p:nvPr>
        </p:nvSpPr>
        <p:spPr>
          <a:xfrm>
            <a:off x="581192" y="6423914"/>
            <a:ext cx="6917210" cy="365125"/>
          </a:xfrm>
          <a:prstGeom prst="rect">
            <a:avLst/>
          </a:prstGeom>
        </p:spPr>
        <p:txBody>
          <a:bodyPr/>
          <a:lstStyle/>
          <a:p>
            <a:endParaRPr lang="en-US"/>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12835911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a:spLocks noChangeAspect="1"/>
          </p:cNvSpPr>
          <p:nvPr/>
        </p:nvSpPr>
        <p:spPr>
          <a:xfrm>
            <a:off x="8058151" y="599725"/>
            <a:ext cx="3687316" cy="5816950"/>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204200" y="863600"/>
            <a:ext cx="3124200" cy="4807326"/>
          </a:xfrm>
        </p:spPr>
        <p:txBody>
          <a:bodyPr vert="eaVert" anchor="ctr"/>
          <a:lstStyle>
            <a:lvl1pPr>
              <a:defRPr>
                <a:solidFill>
                  <a:srgbClr val="FFFFFF"/>
                </a:solidFill>
              </a:defRPr>
            </a:lvl1pPr>
          </a:lstStyle>
          <a:p>
            <a:r>
              <a:rPr lang="en-US"/>
              <a:t>Click to edit Master title style</a:t>
            </a:r>
          </a:p>
        </p:txBody>
      </p:sp>
      <p:sp>
        <p:nvSpPr>
          <p:cNvPr id="3" name="Vertical Text Placeholder 2"/>
          <p:cNvSpPr>
            <a:spLocks noGrp="1"/>
          </p:cNvSpPr>
          <p:nvPr>
            <p:ph type="body" orient="vert" idx="1"/>
          </p:nvPr>
        </p:nvSpPr>
        <p:spPr>
          <a:xfrm>
            <a:off x="774923" y="863600"/>
            <a:ext cx="7161625" cy="4807326"/>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Rectangle 7">
            <a:extLst>
              <a:ext uri="{FF2B5EF4-FFF2-40B4-BE49-F238E27FC236}">
                <a16:creationId xmlns:a16="http://schemas.microsoft.com/office/drawing/2014/main" id="{F6423B97-A5D4-47B9-8861-73B3707A04CF}"/>
              </a:ext>
            </a:extLst>
          </p:cNvPr>
          <p:cNvSpPr/>
          <p:nvPr/>
        </p:nvSpPr>
        <p:spPr>
          <a:xfrm>
            <a:off x="446534" y="457200"/>
            <a:ext cx="3703320" cy="94997"/>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9" name="Rectangle 8">
            <a:extLst>
              <a:ext uri="{FF2B5EF4-FFF2-40B4-BE49-F238E27FC236}">
                <a16:creationId xmlns:a16="http://schemas.microsoft.com/office/drawing/2014/main" id="{1AEC0421-37B4-4481-A10D-69FDF5EC7909}"/>
              </a:ext>
            </a:extLst>
          </p:cNvPr>
          <p:cNvSpPr/>
          <p:nvPr/>
        </p:nvSpPr>
        <p:spPr>
          <a:xfrm>
            <a:off x="8042147" y="453643"/>
            <a:ext cx="3703320" cy="98554"/>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a:extLst>
              <a:ext uri="{FF2B5EF4-FFF2-40B4-BE49-F238E27FC236}">
                <a16:creationId xmlns:a16="http://schemas.microsoft.com/office/drawing/2014/main" id="{5F7265B5-9F97-4F1E-99E9-74F7B7E62337}"/>
              </a:ext>
            </a:extLst>
          </p:cNvPr>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1" name="Date Placeholder 10">
            <a:extLst>
              <a:ext uri="{FF2B5EF4-FFF2-40B4-BE49-F238E27FC236}">
                <a16:creationId xmlns:a16="http://schemas.microsoft.com/office/drawing/2014/main" id="{5C74A470-3BD3-4F33-80E5-67E6E87FCBE7}"/>
              </a:ext>
            </a:extLst>
          </p:cNvPr>
          <p:cNvSpPr>
            <a:spLocks noGrp="1"/>
          </p:cNvSpPr>
          <p:nvPr>
            <p:ph type="dt" sz="half" idx="10"/>
          </p:nvPr>
        </p:nvSpPr>
        <p:spPr/>
        <p:txBody>
          <a:bodyPr/>
          <a:lstStyle/>
          <a:p>
            <a:fld id="{ED291B17-9318-49DB-B28B-6E5994AE9581}" type="datetime1">
              <a:rPr lang="en-US" smtClean="0"/>
              <a:t>2/6/2026</a:t>
            </a:fld>
            <a:endParaRPr lang="en-US"/>
          </a:p>
        </p:txBody>
      </p:sp>
      <p:sp>
        <p:nvSpPr>
          <p:cNvPr id="12" name="Footer Placeholder 11">
            <a:extLst>
              <a:ext uri="{FF2B5EF4-FFF2-40B4-BE49-F238E27FC236}">
                <a16:creationId xmlns:a16="http://schemas.microsoft.com/office/drawing/2014/main" id="{9A3A30BA-DB50-4D7D-BCDE-17D20FB354DF}"/>
              </a:ext>
            </a:extLst>
          </p:cNvPr>
          <p:cNvSpPr>
            <a:spLocks noGrp="1"/>
          </p:cNvSpPr>
          <p:nvPr>
            <p:ph type="ftr" sz="quarter" idx="11"/>
          </p:nvPr>
        </p:nvSpPr>
        <p:spPr>
          <a:xfrm>
            <a:off x="581192" y="6423914"/>
            <a:ext cx="6917210" cy="365125"/>
          </a:xfrm>
          <a:prstGeom prst="rect">
            <a:avLst/>
          </a:prstGeom>
        </p:spPr>
        <p:txBody>
          <a:bodyPr/>
          <a:lstStyle/>
          <a:p>
            <a:endParaRPr lang="en-US"/>
          </a:p>
        </p:txBody>
      </p:sp>
      <p:sp>
        <p:nvSpPr>
          <p:cNvPr id="13" name="Slide Number Placeholder 12">
            <a:extLst>
              <a:ext uri="{FF2B5EF4-FFF2-40B4-BE49-F238E27FC236}">
                <a16:creationId xmlns:a16="http://schemas.microsoft.com/office/drawing/2014/main" id="{76FF9E58-C0B2-436B-A21C-DB45A00D6515}"/>
              </a:ext>
            </a:extLst>
          </p:cNvPr>
          <p:cNvSpPr>
            <a:spLocks noGrp="1"/>
          </p:cNvSpPr>
          <p:nvPr>
            <p:ph type="sldNum" sz="quarter" idx="12"/>
          </p:nvPr>
        </p:nvSpPr>
        <p:spPr/>
        <p:txBody>
          <a:bodyPr/>
          <a:lstStyle/>
          <a:p>
            <a:fld id="{3A98EE3D-8CD1-4C3F-BD1C-C98C9596463C}" type="slidenum">
              <a:rPr lang="en-US" smtClean="0"/>
              <a:t>‹#›</a:t>
            </a:fld>
            <a:endParaRPr lang="en-US"/>
          </a:p>
        </p:txBody>
      </p:sp>
    </p:spTree>
    <p:extLst>
      <p:ext uri="{BB962C8B-B14F-4D97-AF65-F5344CB8AC3E}">
        <p14:creationId xmlns:p14="http://schemas.microsoft.com/office/powerpoint/2010/main" val="33888496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557146"/>
          </a:xfrm>
          <a:prstGeom prst="rect">
            <a:avLst/>
          </a:prstGeom>
        </p:spPr>
        <p:txBody>
          <a:bodyPr vert="horz" lIns="91440" tIns="45720" rIns="91440" bIns="45720" rtlCol="0" anchor="b">
            <a:normAutofit/>
          </a:bodyPr>
          <a:lstStyle/>
          <a:p>
            <a:r>
              <a:rPr lang="en-US"/>
              <a:t>Click to edit Master title style</a:t>
            </a:r>
          </a:p>
        </p:txBody>
      </p:sp>
      <p:sp>
        <p:nvSpPr>
          <p:cNvPr id="3" name="Text Placeholder 2"/>
          <p:cNvSpPr>
            <a:spLocks noGrp="1"/>
          </p:cNvSpPr>
          <p:nvPr>
            <p:ph type="body" idx="1"/>
          </p:nvPr>
        </p:nvSpPr>
        <p:spPr>
          <a:xfrm>
            <a:off x="581192" y="1415198"/>
            <a:ext cx="11029616" cy="457285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7605951" y="6423914"/>
            <a:ext cx="2844799"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ED291B17-9318-49DB-B28B-6E5994AE9581}" type="datetime1">
              <a:rPr lang="en-US" smtClean="0"/>
              <a:t>2/6/2026</a:t>
            </a:fld>
            <a:endParaRPr lang="en-US"/>
          </a:p>
        </p:txBody>
      </p:sp>
      <p:sp>
        <p:nvSpPr>
          <p:cNvPr id="6" name="Slide Number Placeholder 5"/>
          <p:cNvSpPr>
            <a:spLocks noGrp="1"/>
          </p:cNvSpPr>
          <p:nvPr>
            <p:ph type="sldNum" sz="quarter" idx="4"/>
          </p:nvPr>
        </p:nvSpPr>
        <p:spPr>
          <a:xfrm>
            <a:off x="10558300" y="6423914"/>
            <a:ext cx="1052510" cy="365125"/>
          </a:xfrm>
          <a:prstGeom prst="rect">
            <a:avLst/>
          </a:prstGeom>
        </p:spPr>
        <p:txBody>
          <a:bodyPr vert="horz" lIns="91440" tIns="45720" rIns="91440" bIns="45720" rtlCol="0" anchor="ctr"/>
          <a:lstStyle>
            <a:lvl1pPr algn="r">
              <a:defRPr sz="900">
                <a:solidFill>
                  <a:schemeClr val="tx1">
                    <a:lumMod val="75000"/>
                    <a:lumOff val="25000"/>
                  </a:schemeClr>
                </a:solidFill>
              </a:defRPr>
            </a:lvl1pPr>
          </a:lstStyle>
          <a:p>
            <a:fld id="{3A98EE3D-8CD1-4C3F-BD1C-C98C9596463C}" type="slidenum">
              <a:rPr lang="en-US" smtClean="0"/>
              <a:t>‹#›</a:t>
            </a:fld>
            <a:endParaRPr lang="en-US"/>
          </a:p>
        </p:txBody>
      </p:sp>
      <p:sp>
        <p:nvSpPr>
          <p:cNvPr id="9" name="Rectangle 8"/>
          <p:cNvSpPr/>
          <p:nvPr/>
        </p:nvSpPr>
        <p:spPr>
          <a:xfrm>
            <a:off x="446534" y="457200"/>
            <a:ext cx="3703320" cy="94997"/>
          </a:xfrm>
          <a:prstGeom prst="rect">
            <a:avLst/>
          </a:prstGeom>
          <a:solidFill>
            <a:srgbClr val="465359"/>
          </a:soli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a:xfrm>
            <a:off x="8042147" y="453643"/>
            <a:ext cx="3703320" cy="98554"/>
          </a:xfrm>
          <a:prstGeom prst="rect">
            <a:avLst/>
          </a:prstGeom>
          <a:solidFill>
            <a:srgbClr val="969FA7"/>
          </a:soli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a:xfrm>
            <a:off x="4241830" y="457200"/>
            <a:ext cx="3703320" cy="9144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pic>
        <p:nvPicPr>
          <p:cNvPr id="8" name="Picture 7" descr="Logo&#10;&#10;Description automatically generated">
            <a:extLst>
              <a:ext uri="{FF2B5EF4-FFF2-40B4-BE49-F238E27FC236}">
                <a16:creationId xmlns:a16="http://schemas.microsoft.com/office/drawing/2014/main" id="{14A64E4D-8DED-7830-2955-1BE78C5B0655}"/>
              </a:ext>
            </a:extLst>
          </p:cNvPr>
          <p:cNvPicPr>
            <a:picLocks noChangeAspect="1"/>
          </p:cNvPicPr>
          <p:nvPr userDrawn="1"/>
        </p:nvPicPr>
        <p:blipFill>
          <a:blip r:embed="rId13"/>
          <a:stretch>
            <a:fillRect/>
          </a:stretch>
        </p:blipFill>
        <p:spPr>
          <a:xfrm>
            <a:off x="10485003" y="6437910"/>
            <a:ext cx="1125805" cy="365126"/>
          </a:xfrm>
          <a:prstGeom prst="rect">
            <a:avLst/>
          </a:prstGeom>
        </p:spPr>
      </p:pic>
    </p:spTree>
    <p:extLst>
      <p:ext uri="{BB962C8B-B14F-4D97-AF65-F5344CB8AC3E}">
        <p14:creationId xmlns:p14="http://schemas.microsoft.com/office/powerpoint/2010/main" val="3000897896"/>
      </p:ext>
    </p:extLst>
  </p:cSld>
  <p:clrMap bg1="lt1" tx1="dk1" bg2="lt2" tx2="dk2" accent1="accent1" accent2="accent2" accent3="accent3" accent4="accent4" accent5="accent5" accent6="accent6" hlink="hlink" folHlink="folHlink"/>
  <p:sldLayoutIdLst>
    <p:sldLayoutId id="2147483756" r:id="rId1"/>
    <p:sldLayoutId id="2147483757" r:id="rId2"/>
    <p:sldLayoutId id="2147483758" r:id="rId3"/>
    <p:sldLayoutId id="2147483759" r:id="rId4"/>
    <p:sldLayoutId id="2147483711" r:id="rId5"/>
    <p:sldLayoutId id="2147483760" r:id="rId6"/>
    <p:sldLayoutId id="2147483762" r:id="rId7"/>
    <p:sldLayoutId id="2147483706" r:id="rId8"/>
    <p:sldLayoutId id="2147483709" r:id="rId9"/>
    <p:sldLayoutId id="2147483707" r:id="rId10"/>
    <p:sldLayoutId id="2147483708" r:id="rId11"/>
  </p:sldLayoutIdLst>
  <p:hf sldNum="0" hdr="0" ftr="0" dt="0"/>
  <p:txStyles>
    <p:title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lnSpc>
          <a:spcPct val="110000"/>
        </a:lnSpc>
        <a:spcBef>
          <a:spcPct val="20000"/>
        </a:spcBef>
        <a:spcAft>
          <a:spcPts val="600"/>
        </a:spcAft>
        <a:buClr>
          <a:schemeClr val="accent1"/>
        </a:buClr>
        <a:buSzPct val="92000"/>
        <a:buFont typeface="Wingdings 2" panose="05020102010507070707" pitchFamily="18" charset="2"/>
        <a:buChar char=""/>
        <a:defRPr sz="1700" kern="1200">
          <a:solidFill>
            <a:schemeClr val="tx1">
              <a:lumMod val="75000"/>
              <a:lumOff val="25000"/>
            </a:schemeClr>
          </a:solidFill>
          <a:latin typeface="+mn-lt"/>
          <a:ea typeface="+mn-ea"/>
          <a:cs typeface="+mn-cs"/>
        </a:defRPr>
      </a:lvl1pPr>
      <a:lvl2pPr marL="630000" indent="-306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400" kern="1200">
          <a:solidFill>
            <a:schemeClr val="tx1">
              <a:lumMod val="75000"/>
              <a:lumOff val="25000"/>
            </a:schemeClr>
          </a:solidFill>
          <a:latin typeface="+mn-lt"/>
          <a:ea typeface="+mn-ea"/>
          <a:cs typeface="+mn-cs"/>
        </a:defRPr>
      </a:lvl2pPr>
      <a:lvl3pPr marL="900000" indent="-270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300" kern="1200">
          <a:solidFill>
            <a:schemeClr val="tx1">
              <a:lumMod val="75000"/>
              <a:lumOff val="25000"/>
            </a:schemeClr>
          </a:solidFill>
          <a:latin typeface="+mn-lt"/>
          <a:ea typeface="+mn-ea"/>
          <a:cs typeface="+mn-cs"/>
        </a:defRPr>
      </a:lvl3pPr>
      <a:lvl4pPr marL="124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4pPr>
      <a:lvl5pPr marL="1602000" indent="-234000" algn="l" defTabSz="457200" rtl="0" eaLnBrk="1" latinLnBrk="0" hangingPunct="1">
        <a:spcBef>
          <a:spcPct val="20000"/>
        </a:spcBef>
        <a:spcAft>
          <a:spcPts val="600"/>
        </a:spcAft>
        <a:buClr>
          <a:schemeClr val="accent1"/>
        </a:buClr>
        <a:buSzPct val="92000"/>
        <a:buFont typeface="Wingdings 2" panose="05020102010507070707" pitchFamily="18" charset="2"/>
        <a:buChar char=""/>
        <a:defRPr sz="1100" kern="1200">
          <a:solidFill>
            <a:schemeClr val="tx1">
              <a:lumMod val="75000"/>
              <a:lumOff val="25000"/>
            </a:schemeClr>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A11E26-4C38-41A6-9857-11032CEECD80}"/>
              </a:ext>
            </a:extLst>
          </p:cNvPr>
          <p:cNvSpPr>
            <a:spLocks noGrp="1"/>
          </p:cNvSpPr>
          <p:nvPr>
            <p:ph type="ctrTitle"/>
          </p:nvPr>
        </p:nvSpPr>
        <p:spPr>
          <a:xfrm>
            <a:off x="1359108" y="1821635"/>
            <a:ext cx="9144000" cy="977778"/>
          </a:xfrm>
        </p:spPr>
        <p:txBody>
          <a:bodyPr>
            <a:normAutofit/>
          </a:bodyPr>
          <a:lstStyle/>
          <a:p>
            <a:pPr algn="ctr"/>
            <a:r>
              <a:rPr lang="en-US" sz="2800" b="1" dirty="0">
                <a:solidFill>
                  <a:schemeClr val="accent1"/>
                </a:solidFill>
                <a:latin typeface="Arial"/>
                <a:cs typeface="Arial"/>
              </a:rPr>
              <a:t>Improved source of drinking water </a:t>
            </a:r>
          </a:p>
        </p:txBody>
      </p:sp>
      <p:sp>
        <p:nvSpPr>
          <p:cNvPr id="3" name="TextBox 2"/>
          <p:cNvSpPr txBox="1"/>
          <p:nvPr/>
        </p:nvSpPr>
        <p:spPr>
          <a:xfrm>
            <a:off x="-329782" y="1034321"/>
            <a:ext cx="12726648" cy="584775"/>
          </a:xfrm>
          <a:prstGeom prst="rect">
            <a:avLst/>
          </a:prstGeom>
          <a:noFill/>
        </p:spPr>
        <p:txBody>
          <a:bodyPr wrap="square" lIns="91440" tIns="45720" rIns="91440" bIns="45720" rtlCol="0" anchor="t">
            <a:spAutoFit/>
          </a:bodyPr>
          <a:lstStyle/>
          <a:p>
            <a:pPr algn="ctr"/>
            <a:r>
              <a:rPr lang="en-US" sz="3200" b="1">
                <a:solidFill>
                  <a:schemeClr val="accent1">
                    <a:lumMod val="75000"/>
                  </a:schemeClr>
                </a:solidFill>
                <a:latin typeface="Arial"/>
                <a:cs typeface="Arial"/>
              </a:rPr>
              <a:t>CAPSTONE PROJECT</a:t>
            </a:r>
          </a:p>
        </p:txBody>
      </p:sp>
      <p:sp>
        <p:nvSpPr>
          <p:cNvPr id="4" name="TextBox 3"/>
          <p:cNvSpPr txBox="1"/>
          <p:nvPr/>
        </p:nvSpPr>
        <p:spPr>
          <a:xfrm>
            <a:off x="2105908" y="3932927"/>
            <a:ext cx="7980183" cy="1631216"/>
          </a:xfrm>
          <a:prstGeom prst="rect">
            <a:avLst/>
          </a:prstGeom>
          <a:noFill/>
        </p:spPr>
        <p:txBody>
          <a:bodyPr wrap="square" lIns="91440" tIns="45720" rIns="91440" bIns="45720" rtlCol="0" anchor="t">
            <a:spAutoFit/>
          </a:bodyPr>
          <a:lstStyle/>
          <a:p>
            <a:r>
              <a:rPr lang="en-US" sz="2000" b="1" dirty="0">
                <a:solidFill>
                  <a:schemeClr val="accent1">
                    <a:lumMod val="75000"/>
                  </a:schemeClr>
                </a:solidFill>
                <a:latin typeface="Arial" pitchFamily="34" charset="0"/>
                <a:cs typeface="Arial" pitchFamily="34" charset="0"/>
              </a:rPr>
              <a:t>Presented By:</a:t>
            </a:r>
          </a:p>
          <a:p>
            <a:pPr marL="457200" indent="-457200">
              <a:buAutoNum type="arabicPeriod"/>
            </a:pPr>
            <a:r>
              <a:rPr lang="en-US" sz="2000" b="1" dirty="0">
                <a:solidFill>
                  <a:schemeClr val="accent1">
                    <a:lumMod val="75000"/>
                  </a:schemeClr>
                </a:solidFill>
                <a:latin typeface="Arial"/>
                <a:cs typeface="Arial"/>
              </a:rPr>
              <a:t>Student Name : Suraj ojha</a:t>
            </a:r>
          </a:p>
          <a:p>
            <a:pPr marL="457200" indent="-457200">
              <a:buAutoNum type="arabicPeriod"/>
            </a:pPr>
            <a:r>
              <a:rPr lang="en-US" sz="2000" b="1" dirty="0">
                <a:solidFill>
                  <a:schemeClr val="accent1">
                    <a:lumMod val="75000"/>
                  </a:schemeClr>
                </a:solidFill>
                <a:latin typeface="Arial"/>
                <a:cs typeface="Arial"/>
              </a:rPr>
              <a:t>College Name : Haridwar University</a:t>
            </a:r>
          </a:p>
          <a:p>
            <a:pPr marL="457200" indent="-457200">
              <a:buAutoNum type="arabicPeriod"/>
            </a:pPr>
            <a:r>
              <a:rPr lang="en-US" sz="2000" b="1" dirty="0">
                <a:solidFill>
                  <a:schemeClr val="accent1">
                    <a:lumMod val="75000"/>
                  </a:schemeClr>
                </a:solidFill>
                <a:latin typeface="Arial"/>
                <a:cs typeface="Arial"/>
              </a:rPr>
              <a:t>Department : </a:t>
            </a:r>
            <a:r>
              <a:rPr lang="en-US" sz="2000" b="1" dirty="0" err="1">
                <a:solidFill>
                  <a:schemeClr val="accent1">
                    <a:lumMod val="75000"/>
                  </a:schemeClr>
                </a:solidFill>
                <a:latin typeface="Arial"/>
                <a:cs typeface="Arial"/>
              </a:rPr>
              <a:t>B.Tech</a:t>
            </a:r>
            <a:r>
              <a:rPr lang="en-US" sz="2000" b="1" dirty="0">
                <a:solidFill>
                  <a:schemeClr val="accent1">
                    <a:lumMod val="75000"/>
                  </a:schemeClr>
                </a:solidFill>
                <a:latin typeface="Arial"/>
                <a:cs typeface="Arial"/>
              </a:rPr>
              <a:t>(CSE)</a:t>
            </a:r>
          </a:p>
          <a:p>
            <a:pPr marL="457200" indent="-457200">
              <a:buAutoNum type="arabicPeriod"/>
            </a:pPr>
            <a:r>
              <a:rPr lang="en-US" sz="2000" b="1" dirty="0">
                <a:solidFill>
                  <a:schemeClr val="accent1">
                    <a:lumMod val="75000"/>
                  </a:schemeClr>
                </a:solidFill>
                <a:latin typeface="Arial"/>
                <a:cs typeface="Arial"/>
              </a:rPr>
              <a:t>Faculty name : </a:t>
            </a:r>
            <a:r>
              <a:rPr lang="en-US" sz="2000" b="1" dirty="0" err="1">
                <a:solidFill>
                  <a:schemeClr val="accent1">
                    <a:lumMod val="75000"/>
                  </a:schemeClr>
                </a:solidFill>
                <a:latin typeface="Arial"/>
                <a:cs typeface="Arial"/>
              </a:rPr>
              <a:t>Mr</a:t>
            </a:r>
            <a:r>
              <a:rPr lang="en-US" sz="2000" b="1" dirty="0">
                <a:solidFill>
                  <a:schemeClr val="accent1">
                    <a:lumMod val="75000"/>
                  </a:schemeClr>
                </a:solidFill>
                <a:latin typeface="Arial"/>
                <a:cs typeface="Arial"/>
              </a:rPr>
              <a:t> Aman sir</a:t>
            </a:r>
          </a:p>
        </p:txBody>
      </p:sp>
    </p:spTree>
    <p:extLst>
      <p:ext uri="{BB962C8B-B14F-4D97-AF65-F5344CB8AC3E}">
        <p14:creationId xmlns:p14="http://schemas.microsoft.com/office/powerpoint/2010/main" val="9533255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FFEB4C-F209-4AE7-AA2B-B3C26CE2C51D}"/>
              </a:ext>
            </a:extLst>
          </p:cNvPr>
          <p:cNvSpPr>
            <a:spLocks noGrp="1"/>
          </p:cNvSpPr>
          <p:nvPr>
            <p:ph type="title"/>
          </p:nvPr>
        </p:nvSpPr>
        <p:spPr>
          <a:xfrm>
            <a:off x="849573" y="558468"/>
            <a:ext cx="10515600" cy="1325563"/>
          </a:xfrm>
        </p:spPr>
        <p:txBody>
          <a:bodyPr/>
          <a:lstStyle/>
          <a:p>
            <a:r>
              <a:rPr lang="en-US" b="1">
                <a:solidFill>
                  <a:srgbClr val="002060"/>
                </a:solidFill>
                <a:latin typeface="Arial" panose="020B0604020202020204" pitchFamily="34" charset="0"/>
                <a:cs typeface="Arial" panose="020B0604020202020204" pitchFamily="34" charset="0"/>
              </a:rPr>
              <a:t>OUTLINE</a:t>
            </a:r>
          </a:p>
        </p:txBody>
      </p:sp>
      <p:sp>
        <p:nvSpPr>
          <p:cNvPr id="3" name="Content Placeholder 2">
            <a:extLst>
              <a:ext uri="{FF2B5EF4-FFF2-40B4-BE49-F238E27FC236}">
                <a16:creationId xmlns:a16="http://schemas.microsoft.com/office/drawing/2014/main" id="{B2678641-EEA3-4EC4-BF39-4075B0C120E8}"/>
              </a:ext>
            </a:extLst>
          </p:cNvPr>
          <p:cNvSpPr>
            <a:spLocks noGrp="1"/>
          </p:cNvSpPr>
          <p:nvPr>
            <p:ph idx="1"/>
          </p:nvPr>
        </p:nvSpPr>
        <p:spPr>
          <a:xfrm>
            <a:off x="838200" y="1618938"/>
            <a:ext cx="11019020" cy="5239062"/>
          </a:xfrm>
        </p:spPr>
        <p:txBody>
          <a:bodyPr vert="horz" lIns="91440" tIns="45720" rIns="91440" bIns="45720" rtlCol="0" anchor="t">
            <a:noAutofit/>
          </a:bodyPr>
          <a:lstStyle/>
          <a:p>
            <a:pPr marL="0" indent="0">
              <a:buNone/>
            </a:pPr>
            <a:r>
              <a:rPr lang="en-US" sz="2000" b="1" dirty="0">
                <a:latin typeface="Arial"/>
                <a:ea typeface="+mn-lt"/>
                <a:cs typeface="Arial"/>
              </a:rPr>
              <a:t>  </a:t>
            </a:r>
            <a:endParaRPr lang="en-US" dirty="0">
              <a:latin typeface="Arial"/>
              <a:cs typeface="Arial"/>
            </a:endParaRPr>
          </a:p>
          <a:p>
            <a:pPr marL="305435" indent="-305435"/>
            <a:r>
              <a:rPr lang="en-US" sz="2000" b="1" dirty="0">
                <a:latin typeface="Arial"/>
                <a:ea typeface="+mn-lt"/>
                <a:cs typeface="Arial"/>
              </a:rPr>
              <a:t>Problem Statement </a:t>
            </a:r>
            <a:r>
              <a:rPr lang="en-US" sz="2000" dirty="0">
                <a:latin typeface="Arial"/>
                <a:ea typeface="+mn-lt"/>
                <a:cs typeface="Arial"/>
              </a:rPr>
              <a:t>(Should not include solution)</a:t>
            </a:r>
            <a:endParaRPr lang="en-US" dirty="0">
              <a:latin typeface="Arial"/>
              <a:cs typeface="Arial"/>
            </a:endParaRPr>
          </a:p>
          <a:p>
            <a:pPr marL="305435" indent="-305435"/>
            <a:r>
              <a:rPr lang="en-US" sz="2000" b="1" dirty="0">
                <a:latin typeface="Arial"/>
                <a:ea typeface="+mn-lt"/>
                <a:cs typeface="Arial"/>
              </a:rPr>
              <a:t>Proposed System/Solution</a:t>
            </a:r>
            <a:endParaRPr lang="en-US" dirty="0">
              <a:latin typeface="Arial"/>
              <a:cs typeface="Arial"/>
            </a:endParaRPr>
          </a:p>
          <a:p>
            <a:pPr marL="305435" indent="-305435"/>
            <a:r>
              <a:rPr lang="en-US" sz="2000" b="1" dirty="0">
                <a:latin typeface="Arial"/>
                <a:ea typeface="+mn-lt"/>
                <a:cs typeface="Calibri"/>
              </a:rPr>
              <a:t>System </a:t>
            </a:r>
            <a:r>
              <a:rPr lang="en-US" sz="2000" b="1" dirty="0">
                <a:latin typeface="Arial"/>
                <a:ea typeface="+mn-lt"/>
                <a:cs typeface="+mn-lt"/>
              </a:rPr>
              <a:t>Development Approach </a:t>
            </a:r>
            <a:r>
              <a:rPr lang="en-US" sz="2000" dirty="0">
                <a:latin typeface="Arial"/>
                <a:ea typeface="+mn-lt"/>
                <a:cs typeface="+mn-lt"/>
              </a:rPr>
              <a:t>(Technology Used) </a:t>
            </a:r>
            <a:endParaRPr lang="en-US" dirty="0">
              <a:latin typeface="Arial"/>
              <a:ea typeface="+mn-lt"/>
              <a:cs typeface="+mn-lt"/>
            </a:endParaRPr>
          </a:p>
          <a:p>
            <a:pPr marL="305435" indent="-305435"/>
            <a:r>
              <a:rPr lang="en-US" sz="2000" b="1" dirty="0">
                <a:latin typeface="Arial"/>
                <a:ea typeface="+mn-lt"/>
                <a:cs typeface="+mn-lt"/>
              </a:rPr>
              <a:t>Algorithm &amp; Deployment  </a:t>
            </a:r>
            <a:endParaRPr lang="en-US" dirty="0">
              <a:latin typeface="Arial"/>
              <a:cs typeface="Calibri"/>
            </a:endParaRPr>
          </a:p>
          <a:p>
            <a:pPr marL="305435" indent="-305435"/>
            <a:r>
              <a:rPr lang="en-US" sz="2000" b="1" dirty="0">
                <a:latin typeface="Arial"/>
                <a:ea typeface="+mn-lt"/>
                <a:cs typeface="Arial"/>
              </a:rPr>
              <a:t>Result (Output Image)</a:t>
            </a:r>
          </a:p>
          <a:p>
            <a:pPr marL="305435" indent="-305435"/>
            <a:r>
              <a:rPr lang="en-US" sz="2000" b="1" dirty="0">
                <a:latin typeface="Arial"/>
                <a:ea typeface="+mn-lt"/>
                <a:cs typeface="Arial"/>
              </a:rPr>
              <a:t>Conclusion</a:t>
            </a:r>
            <a:endParaRPr lang="en-US" dirty="0">
              <a:latin typeface="Arial"/>
              <a:cs typeface="Arial"/>
            </a:endParaRPr>
          </a:p>
          <a:p>
            <a:pPr marL="305435" indent="-305435"/>
            <a:r>
              <a:rPr lang="en-US" sz="2000" b="1" dirty="0">
                <a:latin typeface="Arial"/>
                <a:ea typeface="+mn-lt"/>
                <a:cs typeface="Arial"/>
              </a:rPr>
              <a:t>Future Scope</a:t>
            </a:r>
          </a:p>
          <a:p>
            <a:pPr marL="305435" indent="-305435"/>
            <a:r>
              <a:rPr lang="en-US" sz="2000" b="1" dirty="0">
                <a:latin typeface="Arial"/>
                <a:ea typeface="+mn-lt"/>
                <a:cs typeface="Arial"/>
              </a:rPr>
              <a:t>References</a:t>
            </a:r>
            <a:endParaRPr lang="en-US" dirty="0">
              <a:latin typeface="Arial"/>
              <a:cs typeface="Arial"/>
            </a:endParaRPr>
          </a:p>
          <a:p>
            <a:pPr marL="305435" indent="-305435"/>
            <a:endParaRPr lang="en-US">
              <a:latin typeface="Arial"/>
              <a:cs typeface="Arial"/>
            </a:endParaRPr>
          </a:p>
        </p:txBody>
      </p:sp>
    </p:spTree>
    <p:extLst>
      <p:ext uri="{BB962C8B-B14F-4D97-AF65-F5344CB8AC3E}">
        <p14:creationId xmlns:p14="http://schemas.microsoft.com/office/powerpoint/2010/main" val="290015371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Problem Statement</a:t>
            </a:r>
            <a:endParaRPr lang="en-US" sz="4400"/>
          </a:p>
        </p:txBody>
      </p:sp>
      <p:sp>
        <p:nvSpPr>
          <p:cNvPr id="2" name="Content Placeholder 1">
            <a:extLst>
              <a:ext uri="{FF2B5EF4-FFF2-40B4-BE49-F238E27FC236}">
                <a16:creationId xmlns:a16="http://schemas.microsoft.com/office/drawing/2014/main" id="{8FEE4A9C-3F57-7DA7-91FD-715C3FB47F93}"/>
              </a:ext>
            </a:extLst>
          </p:cNvPr>
          <p:cNvSpPr>
            <a:spLocks noGrp="1"/>
          </p:cNvSpPr>
          <p:nvPr>
            <p:ph idx="1"/>
          </p:nvPr>
        </p:nvSpPr>
        <p:spPr>
          <a:xfrm>
            <a:off x="452403" y="1237632"/>
            <a:ext cx="11029615" cy="4673324"/>
          </a:xfrm>
        </p:spPr>
        <p:txBody>
          <a:bodyPr>
            <a:normAutofit/>
          </a:bodyPr>
          <a:lstStyle/>
          <a:p>
            <a:pPr marL="305435" indent="-305435"/>
            <a:r>
              <a:rPr lang="en-US" sz="2400" dirty="0"/>
              <a:t>The Challenge: Access to safe and improved sources of drinking water remains a critical issue in India, especially in rural and underdeveloped regions. Despite ongoing efforts under the Sustainable Development Goals (SDGs), inequalities persist in water accessibility across states and socio-economic groups. This project aims to analyze data from the 78th Round of the Multiple Indicator Survey (MIS) to assess the percentage of the population with access to improved drinking water sources. It will also explore related indicators such as use of clean cooking fuel and migration trends. By identifying patterns and disparities, the study will generate actionable insights to support evidence-based policymaking. The ultimate goal is to help ensure equitable access to clean water and contribute to India's progress on SDG targets. </a:t>
            </a:r>
            <a:endParaRPr lang="en-IN" sz="2400" dirty="0"/>
          </a:p>
        </p:txBody>
      </p:sp>
    </p:spTree>
    <p:extLst>
      <p:ext uri="{BB962C8B-B14F-4D97-AF65-F5344CB8AC3E}">
        <p14:creationId xmlns:p14="http://schemas.microsoft.com/office/powerpoint/2010/main" val="11864211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E26444-DDB6-73C3-0B71-906F1328EBA2}"/>
              </a:ext>
            </a:extLst>
          </p:cNvPr>
          <p:cNvSpPr txBox="1"/>
          <p:nvPr/>
        </p:nvSpPr>
        <p:spPr>
          <a:xfrm>
            <a:off x="1405370" y="2713114"/>
            <a:ext cx="6094268" cy="1815882"/>
          </a:xfrm>
          <a:prstGeom prst="rect">
            <a:avLst/>
          </a:prstGeom>
          <a:noFill/>
        </p:spPr>
        <p:txBody>
          <a:bodyPr wrap="square">
            <a:spAutoFit/>
          </a:bodyPr>
          <a:lstStyle/>
          <a:p>
            <a:r>
              <a:rPr lang="en-IN" sz="2800" dirty="0"/>
              <a:t> IBM cloud lite services </a:t>
            </a:r>
          </a:p>
          <a:p>
            <a:r>
              <a:rPr lang="en-IN" sz="2800" dirty="0"/>
              <a:t> Natural Language Processing (NLP)</a:t>
            </a:r>
          </a:p>
          <a:p>
            <a:r>
              <a:rPr lang="en-IN" sz="2800" dirty="0"/>
              <a:t> Retrieval Augmented Generation (RAG)</a:t>
            </a:r>
          </a:p>
          <a:p>
            <a:r>
              <a:rPr lang="en-IN" sz="2800" dirty="0"/>
              <a:t> IBM Granite model</a:t>
            </a:r>
          </a:p>
        </p:txBody>
      </p:sp>
      <p:sp>
        <p:nvSpPr>
          <p:cNvPr id="7" name="TextBox 6">
            <a:extLst>
              <a:ext uri="{FF2B5EF4-FFF2-40B4-BE49-F238E27FC236}">
                <a16:creationId xmlns:a16="http://schemas.microsoft.com/office/drawing/2014/main" id="{BC09AB2A-EBE5-4A39-A5FC-4292086602E5}"/>
              </a:ext>
            </a:extLst>
          </p:cNvPr>
          <p:cNvSpPr txBox="1"/>
          <p:nvPr/>
        </p:nvSpPr>
        <p:spPr>
          <a:xfrm>
            <a:off x="1176771" y="1851952"/>
            <a:ext cx="6094268" cy="769441"/>
          </a:xfrm>
          <a:prstGeom prst="rect">
            <a:avLst/>
          </a:prstGeom>
          <a:noFill/>
        </p:spPr>
        <p:txBody>
          <a:bodyPr wrap="square">
            <a:spAutoFit/>
          </a:bodyPr>
          <a:lstStyle/>
          <a:p>
            <a:r>
              <a:rPr lang="en-IN" sz="4400" dirty="0">
                <a:solidFill>
                  <a:schemeClr val="accent1"/>
                </a:solidFill>
              </a:rPr>
              <a:t>TECHNOLOGY USED</a:t>
            </a:r>
          </a:p>
        </p:txBody>
      </p:sp>
    </p:spTree>
    <p:extLst>
      <p:ext uri="{BB962C8B-B14F-4D97-AF65-F5344CB8AC3E}">
        <p14:creationId xmlns:p14="http://schemas.microsoft.com/office/powerpoint/2010/main" val="355762869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panose="020B0604020202020204" pitchFamily="34" charset="0"/>
                <a:cs typeface="Arial" panose="020B0604020202020204" pitchFamily="34" charset="0"/>
              </a:rPr>
              <a:t>Proposed Solution</a:t>
            </a:r>
            <a:endParaRPr lang="en-US" sz="4400"/>
          </a:p>
        </p:txBody>
      </p:sp>
      <p:sp>
        <p:nvSpPr>
          <p:cNvPr id="2" name="Content Placeholder 1">
            <a:extLst>
              <a:ext uri="{FF2B5EF4-FFF2-40B4-BE49-F238E27FC236}">
                <a16:creationId xmlns:a16="http://schemas.microsoft.com/office/drawing/2014/main" id="{E041FD9D-DF07-9C37-1E61-1D920E0EF1D4}"/>
              </a:ext>
            </a:extLst>
          </p:cNvPr>
          <p:cNvSpPr>
            <a:spLocks noGrp="1"/>
          </p:cNvSpPr>
          <p:nvPr>
            <p:ph idx="1"/>
          </p:nvPr>
        </p:nvSpPr>
        <p:spPr>
          <a:xfrm>
            <a:off x="441671" y="1087378"/>
            <a:ext cx="11613485" cy="5563973"/>
          </a:xfrm>
        </p:spPr>
        <p:txBody>
          <a:bodyPr vert="horz" lIns="91440" tIns="45720" rIns="91440" bIns="45720" rtlCol="0" anchor="ctr">
            <a:noAutofit/>
          </a:bodyPr>
          <a:lstStyle/>
          <a:p>
            <a:pPr marL="0" indent="0">
              <a:buNone/>
            </a:pPr>
            <a:r>
              <a:rPr lang="en-US" dirty="0"/>
              <a:t>.</a:t>
            </a:r>
          </a:p>
          <a:p>
            <a:endParaRPr lang="en-US" b="1" dirty="0"/>
          </a:p>
          <a:p>
            <a:r>
              <a:rPr lang="en-US" b="1" dirty="0"/>
              <a:t>Proposed Solution:</a:t>
            </a:r>
            <a:br>
              <a:rPr lang="en-US" dirty="0"/>
            </a:br>
            <a:r>
              <a:rPr lang="en-US" dirty="0"/>
              <a:t>Develop a </a:t>
            </a:r>
            <a:r>
              <a:rPr lang="en-US" b="1" dirty="0"/>
              <a:t>smart drinking water monitoring system using AI and ML</a:t>
            </a:r>
            <a:r>
              <a:rPr lang="en-US" dirty="0"/>
              <a:t> that continuously analyzes water quality data and predicts contamination.</a:t>
            </a:r>
          </a:p>
          <a:p>
            <a:r>
              <a:rPr lang="en-US" b="1" dirty="0"/>
              <a:t>How it Works:</a:t>
            </a:r>
            <a:endParaRPr lang="en-US" dirty="0"/>
          </a:p>
          <a:p>
            <a:r>
              <a:rPr lang="en-US" dirty="0"/>
              <a:t>Sensors measure pH, turbidity, TDS, temperature, and chlorine</a:t>
            </a:r>
          </a:p>
          <a:p>
            <a:r>
              <a:rPr lang="en-US" dirty="0"/>
              <a:t>Data is sent to the cloud in real time</a:t>
            </a:r>
          </a:p>
          <a:p>
            <a:r>
              <a:rPr lang="en-US" dirty="0"/>
              <a:t>ML models classify water as </a:t>
            </a:r>
            <a:r>
              <a:rPr lang="en-US" b="1" dirty="0"/>
              <a:t>safe or unsafe</a:t>
            </a:r>
            <a:r>
              <a:rPr lang="en-US" dirty="0"/>
              <a:t> and detect anomalies.</a:t>
            </a:r>
          </a:p>
          <a:p>
            <a:r>
              <a:rPr lang="en-US" b="1" dirty="0"/>
              <a:t>Technologies Used:</a:t>
            </a:r>
            <a:br>
              <a:rPr lang="en-US" dirty="0"/>
            </a:br>
            <a:r>
              <a:rPr lang="en-US" dirty="0"/>
              <a:t>IoT sensors, Python, Machine Learning (Random Forest / LSTM), Cloud platform, Dashboard</a:t>
            </a:r>
          </a:p>
          <a:p>
            <a:r>
              <a:rPr lang="en-US" b="1" dirty="0"/>
              <a:t>Benefits:</a:t>
            </a:r>
            <a:endParaRPr lang="en-US" dirty="0"/>
          </a:p>
          <a:p>
            <a:r>
              <a:rPr lang="en-US" dirty="0"/>
              <a:t>Early contamination detection</a:t>
            </a:r>
          </a:p>
          <a:p>
            <a:r>
              <a:rPr lang="en-US" dirty="0"/>
              <a:t>Improved public health</a:t>
            </a:r>
          </a:p>
          <a:p>
            <a:r>
              <a:rPr lang="en-US" dirty="0"/>
              <a:t>Reduced manual testing</a:t>
            </a:r>
          </a:p>
          <a:p>
            <a:r>
              <a:rPr lang="en-US" dirty="0"/>
              <a:t>Faster decision-making</a:t>
            </a:r>
          </a:p>
          <a:p>
            <a:pPr marL="0" indent="0">
              <a:buNone/>
            </a:pPr>
            <a:endParaRPr lang="en-US" dirty="0"/>
          </a:p>
          <a:p>
            <a:endParaRPr lang="en-US" b="1" dirty="0"/>
          </a:p>
        </p:txBody>
      </p:sp>
    </p:spTree>
    <p:extLst>
      <p:ext uri="{BB962C8B-B14F-4D97-AF65-F5344CB8AC3E}">
        <p14:creationId xmlns:p14="http://schemas.microsoft.com/office/powerpoint/2010/main" val="32103584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a:xfrm>
            <a:off x="581192" y="662572"/>
            <a:ext cx="11029616" cy="530296"/>
          </a:xfrm>
        </p:spPr>
        <p:txBody>
          <a:bodyPr>
            <a:normAutofit fontScale="90000"/>
          </a:bodyPr>
          <a:lstStyle/>
          <a:p>
            <a:r>
              <a:rPr lang="en-US" sz="4400" b="1">
                <a:solidFill>
                  <a:schemeClr val="accent1"/>
                </a:solidFill>
                <a:latin typeface="Arial"/>
                <a:ea typeface="+mj-lt"/>
                <a:cs typeface="Arial"/>
              </a:rPr>
              <a:t>System  Approach</a:t>
            </a:r>
            <a:endParaRPr lang="en-US" sz="4400">
              <a:solidFill>
                <a:schemeClr val="accent1"/>
              </a:solidFill>
              <a:latin typeface="Calibri Light"/>
              <a:cs typeface="Calibri Light"/>
            </a:endParaRPr>
          </a:p>
        </p:txBody>
      </p:sp>
      <p:sp>
        <p:nvSpPr>
          <p:cNvPr id="2" name="Content Placeholder 1">
            <a:extLst>
              <a:ext uri="{FF2B5EF4-FFF2-40B4-BE49-F238E27FC236}">
                <a16:creationId xmlns:a16="http://schemas.microsoft.com/office/drawing/2014/main" id="{C4FFAF3C-BA60-9181-132C-C36C403AAEA7}"/>
              </a:ext>
            </a:extLst>
          </p:cNvPr>
          <p:cNvSpPr>
            <a:spLocks noGrp="1"/>
          </p:cNvSpPr>
          <p:nvPr>
            <p:ph idx="1"/>
          </p:nvPr>
        </p:nvSpPr>
        <p:spPr/>
        <p:txBody>
          <a:bodyPr/>
          <a:lstStyle/>
          <a:p>
            <a:pPr marL="0" indent="0">
              <a:buNone/>
            </a:pPr>
            <a:endParaRPr lang="en-US" b="1" dirty="0"/>
          </a:p>
          <a:p>
            <a:r>
              <a:rPr lang="en-US" sz="2000" dirty="0">
                <a:solidFill>
                  <a:schemeClr val="tx1">
                    <a:lumMod val="95000"/>
                    <a:lumOff val="5000"/>
                  </a:schemeClr>
                </a:solidFill>
              </a:rPr>
              <a:t>The proposed system uses AI and Machine Learning to monitor, analyze, and predict drinking water quality in real time. Sensor data is collected, processed, and analyzed to detect contamination and support timely decision-making.</a:t>
            </a:r>
          </a:p>
          <a:p>
            <a:pPr marL="305435" indent="-305435"/>
            <a:r>
              <a:rPr lang="en-IN" sz="1800" b="1" dirty="0">
                <a:solidFill>
                  <a:srgbClr val="0F0F0F"/>
                </a:solidFill>
              </a:rPr>
              <a:t>System requirements</a:t>
            </a:r>
          </a:p>
          <a:p>
            <a:pPr marL="305435" indent="-305435"/>
            <a:r>
              <a:rPr lang="en-IN" sz="1800" b="1" dirty="0">
                <a:solidFill>
                  <a:srgbClr val="0F0F0F"/>
                </a:solidFill>
              </a:rPr>
              <a:t>Library required to build the model</a:t>
            </a:r>
          </a:p>
        </p:txBody>
      </p:sp>
    </p:spTree>
    <p:extLst>
      <p:ext uri="{BB962C8B-B14F-4D97-AF65-F5344CB8AC3E}">
        <p14:creationId xmlns:p14="http://schemas.microsoft.com/office/powerpoint/2010/main" val="32020245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Algorithm &amp; Deployment</a:t>
            </a:r>
            <a:endParaRPr lang="en-US"/>
          </a:p>
        </p:txBody>
      </p:sp>
      <p:sp>
        <p:nvSpPr>
          <p:cNvPr id="2" name="Content Placeholder 1">
            <a:extLst>
              <a:ext uri="{FF2B5EF4-FFF2-40B4-BE49-F238E27FC236}">
                <a16:creationId xmlns:a16="http://schemas.microsoft.com/office/drawing/2014/main" id="{F7F0871F-2198-9E37-C96F-3611AA199B60}"/>
              </a:ext>
            </a:extLst>
          </p:cNvPr>
          <p:cNvSpPr>
            <a:spLocks noGrp="1"/>
          </p:cNvSpPr>
          <p:nvPr>
            <p:ph idx="1"/>
          </p:nvPr>
        </p:nvSpPr>
        <p:spPr>
          <a:xfrm>
            <a:off x="581192" y="1091381"/>
            <a:ext cx="11029615" cy="5515896"/>
          </a:xfrm>
        </p:spPr>
        <p:txBody>
          <a:bodyPr>
            <a:noAutofit/>
          </a:bodyPr>
          <a:lstStyle/>
          <a:p>
            <a:pPr marL="0" indent="0">
              <a:buNone/>
            </a:pPr>
            <a:endParaRPr lang="en-US" sz="1400" b="1" dirty="0"/>
          </a:p>
          <a:p>
            <a:r>
              <a:rPr lang="en-US" sz="1400" dirty="0"/>
              <a:t>A </a:t>
            </a:r>
            <a:r>
              <a:rPr lang="en-US" sz="1400" b="1" dirty="0"/>
              <a:t>Machine Learning classification and prediction model</a:t>
            </a:r>
            <a:r>
              <a:rPr lang="en-US" sz="1400" dirty="0"/>
              <a:t> (Random Forest / LSTM) is used to analyze drinking water quality. Random Forest is chosen for its high accuracy and ability to handle non-linear relationships, while LSTM can be used for time-series prediction of future water quality trends.</a:t>
            </a:r>
          </a:p>
          <a:p>
            <a:r>
              <a:rPr lang="en-US" sz="1400" b="1" dirty="0"/>
              <a:t>Data Input</a:t>
            </a:r>
          </a:p>
          <a:p>
            <a:r>
              <a:rPr lang="en-US" sz="1400" dirty="0"/>
              <a:t>The algorithm uses the following input features:</a:t>
            </a:r>
          </a:p>
          <a:p>
            <a:r>
              <a:rPr lang="en-US" sz="1400" dirty="0"/>
              <a:t>pH level</a:t>
            </a:r>
          </a:p>
          <a:p>
            <a:r>
              <a:rPr lang="en-US" sz="1400" dirty="0"/>
              <a:t>Turbidity</a:t>
            </a:r>
          </a:p>
          <a:p>
            <a:r>
              <a:rPr lang="en-US" sz="1400" dirty="0"/>
              <a:t>Total Dissolved Solids (TDS)</a:t>
            </a:r>
          </a:p>
          <a:p>
            <a:r>
              <a:rPr lang="en-US" sz="1400" dirty="0"/>
              <a:t>Temperature</a:t>
            </a:r>
          </a:p>
          <a:p>
            <a:r>
              <a:rPr lang="en-US" sz="1400" b="1" dirty="0"/>
              <a:t>Training Process</a:t>
            </a:r>
          </a:p>
          <a:p>
            <a:r>
              <a:rPr lang="en-US" sz="1400" dirty="0"/>
              <a:t>The model is trained using historical water quality data. Data preprocessing includes cleaning, normalization, and feature selection. The dataset is split into training and testing sets, and techniques such as cross-validation and hyperparameter tuning are applied to improve model performance.</a:t>
            </a:r>
          </a:p>
          <a:p>
            <a:r>
              <a:rPr lang="en-US" sz="1400" b="1" dirty="0"/>
              <a:t>Prediction Process</a:t>
            </a:r>
          </a:p>
          <a:p>
            <a:r>
              <a:rPr lang="en-US" sz="1400" dirty="0"/>
              <a:t>The trained model predicts whether the water is </a:t>
            </a:r>
            <a:r>
              <a:rPr lang="en-US" sz="1400" b="1" dirty="0"/>
              <a:t>safe or unsafe</a:t>
            </a:r>
            <a:r>
              <a:rPr lang="en-US" sz="1400" dirty="0"/>
              <a:t> and forecasts potential quality degradation. Real-time sensor data is fed into the model to generate continuous predictions and trigger alerts when unsafe conditions are detected.</a:t>
            </a:r>
          </a:p>
          <a:p>
            <a:pPr marL="305435" indent="-305435"/>
            <a:endParaRPr lang="en-IN" sz="1400" dirty="0"/>
          </a:p>
        </p:txBody>
      </p:sp>
    </p:spTree>
    <p:extLst>
      <p:ext uri="{BB962C8B-B14F-4D97-AF65-F5344CB8AC3E}">
        <p14:creationId xmlns:p14="http://schemas.microsoft.com/office/powerpoint/2010/main" val="415450877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dirty="0">
                <a:solidFill>
                  <a:schemeClr val="accent1"/>
                </a:solidFill>
                <a:latin typeface="Arial"/>
                <a:ea typeface="+mj-lt"/>
                <a:cs typeface="Arial"/>
              </a:rPr>
              <a:t>Result</a:t>
            </a:r>
            <a:endParaRPr lang="en-US" dirty="0"/>
          </a:p>
        </p:txBody>
      </p:sp>
      <p:sp>
        <p:nvSpPr>
          <p:cNvPr id="2" name="Content Placeholder 1">
            <a:extLst>
              <a:ext uri="{FF2B5EF4-FFF2-40B4-BE49-F238E27FC236}">
                <a16:creationId xmlns:a16="http://schemas.microsoft.com/office/drawing/2014/main" id="{D3304455-6802-6CA9-8475-2F6DD1B8D409}"/>
              </a:ext>
            </a:extLst>
          </p:cNvPr>
          <p:cNvSpPr>
            <a:spLocks noGrp="1"/>
          </p:cNvSpPr>
          <p:nvPr>
            <p:ph idx="1"/>
          </p:nvPr>
        </p:nvSpPr>
        <p:spPr/>
        <p:txBody>
          <a:bodyPr>
            <a:normAutofit/>
          </a:bodyPr>
          <a:lstStyle/>
          <a:p>
            <a:pPr marL="0" indent="0">
              <a:buNone/>
            </a:pPr>
            <a:r>
              <a:rPr lang="en-US" sz="2400" dirty="0"/>
              <a:t>The performance of the proposed machine learning model was evaluated using historical and real-time drinking water quality data. The model’s effectiveness was measured in terms of accuracy and its ability to correctly predict water safety levels.</a:t>
            </a:r>
            <a:endParaRPr lang="en-IN" sz="2400" dirty="0"/>
          </a:p>
        </p:txBody>
      </p:sp>
    </p:spTree>
    <p:extLst>
      <p:ext uri="{BB962C8B-B14F-4D97-AF65-F5344CB8AC3E}">
        <p14:creationId xmlns:p14="http://schemas.microsoft.com/office/powerpoint/2010/main" val="1483293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B67678E-50BB-310B-C348-C3B9A6201580}"/>
              </a:ext>
            </a:extLst>
          </p:cNvPr>
          <p:cNvSpPr txBox="1"/>
          <p:nvPr/>
        </p:nvSpPr>
        <p:spPr>
          <a:xfrm>
            <a:off x="629264" y="934064"/>
            <a:ext cx="7128387" cy="707886"/>
          </a:xfrm>
          <a:prstGeom prst="rect">
            <a:avLst/>
          </a:prstGeom>
          <a:noFill/>
        </p:spPr>
        <p:txBody>
          <a:bodyPr wrap="square">
            <a:spAutoFit/>
          </a:bodyPr>
          <a:lstStyle/>
          <a:p>
            <a:r>
              <a:rPr lang="en-US" sz="4000" b="1" dirty="0">
                <a:solidFill>
                  <a:schemeClr val="accent1"/>
                </a:solidFill>
                <a:latin typeface="Arial"/>
                <a:ea typeface="+mj-lt"/>
                <a:cs typeface="Arial"/>
              </a:rPr>
              <a:t>Result</a:t>
            </a:r>
            <a:endParaRPr lang="en-IN" sz="4000" dirty="0"/>
          </a:p>
        </p:txBody>
      </p:sp>
      <p:pic>
        <p:nvPicPr>
          <p:cNvPr id="7" name="Picture 6">
            <a:extLst>
              <a:ext uri="{FF2B5EF4-FFF2-40B4-BE49-F238E27FC236}">
                <a16:creationId xmlns:a16="http://schemas.microsoft.com/office/drawing/2014/main" id="{F9DF1209-383C-6940-40DE-9BF1FC21C5EE}"/>
              </a:ext>
            </a:extLst>
          </p:cNvPr>
          <p:cNvPicPr>
            <a:picLocks noChangeAspect="1"/>
          </p:cNvPicPr>
          <p:nvPr/>
        </p:nvPicPr>
        <p:blipFill>
          <a:blip r:embed="rId2"/>
          <a:stretch>
            <a:fillRect/>
          </a:stretch>
        </p:blipFill>
        <p:spPr>
          <a:xfrm>
            <a:off x="629264" y="1872190"/>
            <a:ext cx="10520517" cy="4164818"/>
          </a:xfrm>
          <a:prstGeom prst="rect">
            <a:avLst/>
          </a:prstGeom>
        </p:spPr>
      </p:pic>
    </p:spTree>
    <p:extLst>
      <p:ext uri="{BB962C8B-B14F-4D97-AF65-F5344CB8AC3E}">
        <p14:creationId xmlns:p14="http://schemas.microsoft.com/office/powerpoint/2010/main" val="381557464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26828A7E-1B62-6BFF-4DEE-14EC6660C61C}"/>
              </a:ext>
            </a:extLst>
          </p:cNvPr>
          <p:cNvSpPr txBox="1"/>
          <p:nvPr/>
        </p:nvSpPr>
        <p:spPr>
          <a:xfrm>
            <a:off x="727588" y="621579"/>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609EEC27-BD52-BFF3-9EB0-FEB25F58D613}"/>
              </a:ext>
            </a:extLst>
          </p:cNvPr>
          <p:cNvPicPr>
            <a:picLocks noChangeAspect="1"/>
          </p:cNvPicPr>
          <p:nvPr/>
        </p:nvPicPr>
        <p:blipFill>
          <a:blip r:embed="rId2"/>
          <a:stretch>
            <a:fillRect/>
          </a:stretch>
        </p:blipFill>
        <p:spPr>
          <a:xfrm>
            <a:off x="727588" y="1267910"/>
            <a:ext cx="10166554" cy="5191884"/>
          </a:xfrm>
          <a:prstGeom prst="rect">
            <a:avLst/>
          </a:prstGeom>
        </p:spPr>
      </p:pic>
    </p:spTree>
    <p:extLst>
      <p:ext uri="{BB962C8B-B14F-4D97-AF65-F5344CB8AC3E}">
        <p14:creationId xmlns:p14="http://schemas.microsoft.com/office/powerpoint/2010/main" val="12803401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104D36-E087-B748-E0AD-9AD80E8154EA}"/>
              </a:ext>
            </a:extLst>
          </p:cNvPr>
          <p:cNvSpPr txBox="1"/>
          <p:nvPr/>
        </p:nvSpPr>
        <p:spPr>
          <a:xfrm>
            <a:off x="688259" y="605360"/>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B987A4D7-7486-F9E0-765A-7C0FD5FF46CF}"/>
              </a:ext>
            </a:extLst>
          </p:cNvPr>
          <p:cNvPicPr>
            <a:picLocks noChangeAspect="1"/>
          </p:cNvPicPr>
          <p:nvPr/>
        </p:nvPicPr>
        <p:blipFill>
          <a:blip r:embed="rId2"/>
          <a:stretch>
            <a:fillRect/>
          </a:stretch>
        </p:blipFill>
        <p:spPr>
          <a:xfrm>
            <a:off x="688259" y="1251691"/>
            <a:ext cx="9743767" cy="5480869"/>
          </a:xfrm>
          <a:prstGeom prst="rect">
            <a:avLst/>
          </a:prstGeom>
        </p:spPr>
      </p:pic>
    </p:spTree>
    <p:extLst>
      <p:ext uri="{BB962C8B-B14F-4D97-AF65-F5344CB8AC3E}">
        <p14:creationId xmlns:p14="http://schemas.microsoft.com/office/powerpoint/2010/main" val="19428689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1AE034C-F96E-7147-5AF1-C09E11CE2A4F}"/>
              </a:ext>
            </a:extLst>
          </p:cNvPr>
          <p:cNvSpPr txBox="1"/>
          <p:nvPr/>
        </p:nvSpPr>
        <p:spPr>
          <a:xfrm>
            <a:off x="629265" y="513424"/>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DDD2AA03-3A29-AAE6-718A-AF147D4E083E}"/>
              </a:ext>
            </a:extLst>
          </p:cNvPr>
          <p:cNvPicPr>
            <a:picLocks noChangeAspect="1"/>
          </p:cNvPicPr>
          <p:nvPr/>
        </p:nvPicPr>
        <p:blipFill>
          <a:blip r:embed="rId2"/>
          <a:stretch>
            <a:fillRect/>
          </a:stretch>
        </p:blipFill>
        <p:spPr>
          <a:xfrm>
            <a:off x="511277" y="1159755"/>
            <a:ext cx="9832258" cy="5530645"/>
          </a:xfrm>
          <a:prstGeom prst="rect">
            <a:avLst/>
          </a:prstGeom>
        </p:spPr>
      </p:pic>
    </p:spTree>
    <p:extLst>
      <p:ext uri="{BB962C8B-B14F-4D97-AF65-F5344CB8AC3E}">
        <p14:creationId xmlns:p14="http://schemas.microsoft.com/office/powerpoint/2010/main" val="78653643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2741808-9CFB-F769-E0DA-F082A5382C7D}"/>
              </a:ext>
            </a:extLst>
          </p:cNvPr>
          <p:cNvSpPr txBox="1"/>
          <p:nvPr/>
        </p:nvSpPr>
        <p:spPr>
          <a:xfrm>
            <a:off x="658762" y="525589"/>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1F36C57E-C84C-5BA6-3EA5-49E01696B15D}"/>
              </a:ext>
            </a:extLst>
          </p:cNvPr>
          <p:cNvPicPr>
            <a:picLocks noChangeAspect="1"/>
          </p:cNvPicPr>
          <p:nvPr/>
        </p:nvPicPr>
        <p:blipFill>
          <a:blip r:embed="rId2"/>
          <a:stretch>
            <a:fillRect/>
          </a:stretch>
        </p:blipFill>
        <p:spPr>
          <a:xfrm>
            <a:off x="521109" y="1171920"/>
            <a:ext cx="10422193" cy="5294159"/>
          </a:xfrm>
          <a:prstGeom prst="rect">
            <a:avLst/>
          </a:prstGeom>
        </p:spPr>
      </p:pic>
    </p:spTree>
    <p:extLst>
      <p:ext uri="{BB962C8B-B14F-4D97-AF65-F5344CB8AC3E}">
        <p14:creationId xmlns:p14="http://schemas.microsoft.com/office/powerpoint/2010/main" val="4685264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104C547-8542-12F5-5C35-E5085F1FC863}"/>
              </a:ext>
            </a:extLst>
          </p:cNvPr>
          <p:cNvSpPr txBox="1"/>
          <p:nvPr/>
        </p:nvSpPr>
        <p:spPr>
          <a:xfrm>
            <a:off x="1012723" y="700237"/>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1D4B026F-88EC-0CA8-C5BB-E87DEC15E764}"/>
              </a:ext>
            </a:extLst>
          </p:cNvPr>
          <p:cNvPicPr>
            <a:picLocks noChangeAspect="1"/>
          </p:cNvPicPr>
          <p:nvPr/>
        </p:nvPicPr>
        <p:blipFill>
          <a:blip r:embed="rId2"/>
          <a:stretch>
            <a:fillRect/>
          </a:stretch>
        </p:blipFill>
        <p:spPr>
          <a:xfrm>
            <a:off x="471948" y="1504334"/>
            <a:ext cx="10638504" cy="4878743"/>
          </a:xfrm>
          <a:prstGeom prst="rect">
            <a:avLst/>
          </a:prstGeom>
        </p:spPr>
      </p:pic>
    </p:spTree>
    <p:extLst>
      <p:ext uri="{BB962C8B-B14F-4D97-AF65-F5344CB8AC3E}">
        <p14:creationId xmlns:p14="http://schemas.microsoft.com/office/powerpoint/2010/main" val="165453015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6B6E16E-CBC6-6368-99C0-2B05614F62F3}"/>
              </a:ext>
            </a:extLst>
          </p:cNvPr>
          <p:cNvSpPr txBox="1"/>
          <p:nvPr/>
        </p:nvSpPr>
        <p:spPr>
          <a:xfrm>
            <a:off x="825909" y="808392"/>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40685017-F4EE-3911-37FE-CE111C0AD443}"/>
              </a:ext>
            </a:extLst>
          </p:cNvPr>
          <p:cNvPicPr>
            <a:picLocks noChangeAspect="1"/>
          </p:cNvPicPr>
          <p:nvPr/>
        </p:nvPicPr>
        <p:blipFill>
          <a:blip r:embed="rId2"/>
          <a:stretch>
            <a:fillRect/>
          </a:stretch>
        </p:blipFill>
        <p:spPr>
          <a:xfrm>
            <a:off x="747252" y="1454723"/>
            <a:ext cx="10668000" cy="5014904"/>
          </a:xfrm>
          <a:prstGeom prst="rect">
            <a:avLst/>
          </a:prstGeom>
        </p:spPr>
      </p:pic>
    </p:spTree>
    <p:extLst>
      <p:ext uri="{BB962C8B-B14F-4D97-AF65-F5344CB8AC3E}">
        <p14:creationId xmlns:p14="http://schemas.microsoft.com/office/powerpoint/2010/main" val="22708561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E02D6FD-807A-0A7B-937D-F61E33B82902}"/>
              </a:ext>
            </a:extLst>
          </p:cNvPr>
          <p:cNvSpPr txBox="1"/>
          <p:nvPr/>
        </p:nvSpPr>
        <p:spPr>
          <a:xfrm>
            <a:off x="521109" y="483929"/>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D15CB330-7369-719B-072D-BB6252068EBD}"/>
              </a:ext>
            </a:extLst>
          </p:cNvPr>
          <p:cNvPicPr>
            <a:picLocks noChangeAspect="1"/>
          </p:cNvPicPr>
          <p:nvPr/>
        </p:nvPicPr>
        <p:blipFill>
          <a:blip r:embed="rId2"/>
          <a:stretch>
            <a:fillRect/>
          </a:stretch>
        </p:blipFill>
        <p:spPr>
          <a:xfrm>
            <a:off x="265470" y="1130260"/>
            <a:ext cx="10087898" cy="5674443"/>
          </a:xfrm>
          <a:prstGeom prst="rect">
            <a:avLst/>
          </a:prstGeom>
        </p:spPr>
      </p:pic>
    </p:spTree>
    <p:extLst>
      <p:ext uri="{BB962C8B-B14F-4D97-AF65-F5344CB8AC3E}">
        <p14:creationId xmlns:p14="http://schemas.microsoft.com/office/powerpoint/2010/main" val="18984140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DD96498B-BD61-7540-AC41-1213057A558E}"/>
              </a:ext>
            </a:extLst>
          </p:cNvPr>
          <p:cNvSpPr txBox="1"/>
          <p:nvPr/>
        </p:nvSpPr>
        <p:spPr>
          <a:xfrm>
            <a:off x="442451" y="552754"/>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B4503279-2110-8B02-B706-271412BAAB0A}"/>
              </a:ext>
            </a:extLst>
          </p:cNvPr>
          <p:cNvPicPr>
            <a:picLocks noChangeAspect="1"/>
          </p:cNvPicPr>
          <p:nvPr/>
        </p:nvPicPr>
        <p:blipFill>
          <a:blip r:embed="rId2"/>
          <a:stretch>
            <a:fillRect/>
          </a:stretch>
        </p:blipFill>
        <p:spPr>
          <a:xfrm>
            <a:off x="245806" y="1120426"/>
            <a:ext cx="10060293" cy="5658915"/>
          </a:xfrm>
          <a:prstGeom prst="rect">
            <a:avLst/>
          </a:prstGeom>
        </p:spPr>
      </p:pic>
    </p:spTree>
    <p:extLst>
      <p:ext uri="{BB962C8B-B14F-4D97-AF65-F5344CB8AC3E}">
        <p14:creationId xmlns:p14="http://schemas.microsoft.com/office/powerpoint/2010/main" val="349059264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6B5481A8-0F18-9CFC-F34E-6B10470609A0}"/>
              </a:ext>
            </a:extLst>
          </p:cNvPr>
          <p:cNvSpPr txBox="1"/>
          <p:nvPr/>
        </p:nvSpPr>
        <p:spPr>
          <a:xfrm>
            <a:off x="855407" y="657361"/>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B677BA0F-F7C5-DFE8-B506-E946045395E1}"/>
              </a:ext>
            </a:extLst>
          </p:cNvPr>
          <p:cNvPicPr>
            <a:picLocks noChangeAspect="1"/>
          </p:cNvPicPr>
          <p:nvPr/>
        </p:nvPicPr>
        <p:blipFill>
          <a:blip r:embed="rId2"/>
          <a:stretch>
            <a:fillRect/>
          </a:stretch>
        </p:blipFill>
        <p:spPr>
          <a:xfrm>
            <a:off x="648930" y="1303692"/>
            <a:ext cx="9743768" cy="5261635"/>
          </a:xfrm>
          <a:prstGeom prst="rect">
            <a:avLst/>
          </a:prstGeom>
        </p:spPr>
      </p:pic>
    </p:spTree>
    <p:extLst>
      <p:ext uri="{BB962C8B-B14F-4D97-AF65-F5344CB8AC3E}">
        <p14:creationId xmlns:p14="http://schemas.microsoft.com/office/powerpoint/2010/main" val="126596024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7EBBD84-394D-E2FB-FD0E-3029B53FDA16}"/>
              </a:ext>
            </a:extLst>
          </p:cNvPr>
          <p:cNvSpPr txBox="1"/>
          <p:nvPr/>
        </p:nvSpPr>
        <p:spPr>
          <a:xfrm>
            <a:off x="530943" y="424934"/>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5" name="Picture 4">
            <a:extLst>
              <a:ext uri="{FF2B5EF4-FFF2-40B4-BE49-F238E27FC236}">
                <a16:creationId xmlns:a16="http://schemas.microsoft.com/office/drawing/2014/main" id="{4B8BA13B-8FE3-F5A6-DFC7-F09E818C7CA0}"/>
              </a:ext>
            </a:extLst>
          </p:cNvPr>
          <p:cNvPicPr>
            <a:picLocks noChangeAspect="1"/>
          </p:cNvPicPr>
          <p:nvPr/>
        </p:nvPicPr>
        <p:blipFill>
          <a:blip r:embed="rId2"/>
          <a:stretch>
            <a:fillRect/>
          </a:stretch>
        </p:blipFill>
        <p:spPr>
          <a:xfrm>
            <a:off x="530943" y="980461"/>
            <a:ext cx="10087896" cy="5674441"/>
          </a:xfrm>
          <a:prstGeom prst="rect">
            <a:avLst/>
          </a:prstGeom>
        </p:spPr>
      </p:pic>
    </p:spTree>
    <p:extLst>
      <p:ext uri="{BB962C8B-B14F-4D97-AF65-F5344CB8AC3E}">
        <p14:creationId xmlns:p14="http://schemas.microsoft.com/office/powerpoint/2010/main" val="23576189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3F72BAFB-59D0-10D8-20EE-94059EF299AE}"/>
              </a:ext>
            </a:extLst>
          </p:cNvPr>
          <p:cNvSpPr txBox="1"/>
          <p:nvPr/>
        </p:nvSpPr>
        <p:spPr>
          <a:xfrm>
            <a:off x="507017" y="501175"/>
            <a:ext cx="6096000" cy="646331"/>
          </a:xfrm>
          <a:prstGeom prst="rect">
            <a:avLst/>
          </a:prstGeom>
          <a:noFill/>
        </p:spPr>
        <p:txBody>
          <a:bodyPr wrap="square">
            <a:spAutoFit/>
          </a:bodyPr>
          <a:lstStyle/>
          <a:p>
            <a:r>
              <a:rPr lang="en-US" sz="3600" b="1" dirty="0">
                <a:solidFill>
                  <a:schemeClr val="accent1"/>
                </a:solidFill>
                <a:latin typeface="Arial"/>
                <a:ea typeface="+mj-lt"/>
                <a:cs typeface="Arial"/>
              </a:rPr>
              <a:t>Result</a:t>
            </a:r>
            <a:endParaRPr lang="en-IN" sz="3600" dirty="0"/>
          </a:p>
        </p:txBody>
      </p:sp>
      <p:pic>
        <p:nvPicPr>
          <p:cNvPr id="4" name="Picture 3">
            <a:extLst>
              <a:ext uri="{FF2B5EF4-FFF2-40B4-BE49-F238E27FC236}">
                <a16:creationId xmlns:a16="http://schemas.microsoft.com/office/drawing/2014/main" id="{A33EF750-F88A-A4C8-AAC5-A37A436542A5}"/>
              </a:ext>
            </a:extLst>
          </p:cNvPr>
          <p:cNvPicPr>
            <a:picLocks noChangeAspect="1"/>
          </p:cNvPicPr>
          <p:nvPr/>
        </p:nvPicPr>
        <p:blipFill>
          <a:blip r:embed="rId2"/>
          <a:stretch>
            <a:fillRect/>
          </a:stretch>
        </p:blipFill>
        <p:spPr>
          <a:xfrm>
            <a:off x="101600" y="1147506"/>
            <a:ext cx="10163282" cy="5710494"/>
          </a:xfrm>
          <a:prstGeom prst="rect">
            <a:avLst/>
          </a:prstGeom>
        </p:spPr>
      </p:pic>
    </p:spTree>
    <p:extLst>
      <p:ext uri="{BB962C8B-B14F-4D97-AF65-F5344CB8AC3E}">
        <p14:creationId xmlns:p14="http://schemas.microsoft.com/office/powerpoint/2010/main" val="15239976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Conclusion</a:t>
            </a:r>
            <a:endParaRPr lang="en-US"/>
          </a:p>
        </p:txBody>
      </p:sp>
      <p:sp>
        <p:nvSpPr>
          <p:cNvPr id="2" name="Content Placeholder 1">
            <a:extLst>
              <a:ext uri="{FF2B5EF4-FFF2-40B4-BE49-F238E27FC236}">
                <a16:creationId xmlns:a16="http://schemas.microsoft.com/office/drawing/2014/main" id="{005E46AB-32C4-4B57-A2B1-50738A64BE1B}"/>
              </a:ext>
            </a:extLst>
          </p:cNvPr>
          <p:cNvSpPr>
            <a:spLocks noGrp="1"/>
          </p:cNvSpPr>
          <p:nvPr>
            <p:ph idx="1"/>
          </p:nvPr>
        </p:nvSpPr>
        <p:spPr/>
        <p:txBody>
          <a:bodyPr>
            <a:normAutofit/>
          </a:bodyPr>
          <a:lstStyle/>
          <a:p>
            <a:pPr marL="305435" indent="-305435"/>
            <a:r>
              <a:rPr lang="en-US" sz="2000" dirty="0"/>
              <a:t>This project successfully demonstrates the application of machine learning techniques for monitoring and predicting drinking water quality. By analyzing real-time and historical sensor data, the proposed system accurately classifies water as safe or unsafe and detects potential contamination at an early stage. The results show improved accuracy and effectiveness compared to traditional monitoring methods. Overall, the system provides a reliable, automated, and scalable solution for ensuring safe drinking water, supporting timely decision-making and enhancing public health protection.</a:t>
            </a:r>
            <a:endParaRPr lang="en-IN" sz="2000" dirty="0"/>
          </a:p>
        </p:txBody>
      </p:sp>
    </p:spTree>
    <p:extLst>
      <p:ext uri="{BB962C8B-B14F-4D97-AF65-F5344CB8AC3E}">
        <p14:creationId xmlns:p14="http://schemas.microsoft.com/office/powerpoint/2010/main" val="318331512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B26C9334-9987-FB72-74F3-2688DDFBAB3F}"/>
              </a:ext>
            </a:extLst>
          </p:cNvPr>
          <p:cNvSpPr txBox="1"/>
          <p:nvPr/>
        </p:nvSpPr>
        <p:spPr>
          <a:xfrm>
            <a:off x="1488497" y="1186934"/>
            <a:ext cx="6094268" cy="769441"/>
          </a:xfrm>
          <a:prstGeom prst="rect">
            <a:avLst/>
          </a:prstGeom>
          <a:noFill/>
        </p:spPr>
        <p:txBody>
          <a:bodyPr wrap="square">
            <a:spAutoFit/>
          </a:bodyPr>
          <a:lstStyle/>
          <a:p>
            <a:r>
              <a:rPr lang="en-IN" sz="4400" dirty="0">
                <a:solidFill>
                  <a:schemeClr val="accent1"/>
                </a:solidFill>
              </a:rPr>
              <a:t>GITHUB LINK </a:t>
            </a:r>
          </a:p>
        </p:txBody>
      </p:sp>
      <p:sp>
        <p:nvSpPr>
          <p:cNvPr id="6" name="TextBox 5">
            <a:extLst>
              <a:ext uri="{FF2B5EF4-FFF2-40B4-BE49-F238E27FC236}">
                <a16:creationId xmlns:a16="http://schemas.microsoft.com/office/drawing/2014/main" id="{A2152599-A73A-EF03-D50A-C9265D74FAE9}"/>
              </a:ext>
            </a:extLst>
          </p:cNvPr>
          <p:cNvSpPr txBox="1"/>
          <p:nvPr/>
        </p:nvSpPr>
        <p:spPr>
          <a:xfrm>
            <a:off x="1488497" y="3105835"/>
            <a:ext cx="8590685" cy="369332"/>
          </a:xfrm>
          <a:prstGeom prst="rect">
            <a:avLst/>
          </a:prstGeom>
          <a:noFill/>
        </p:spPr>
        <p:txBody>
          <a:bodyPr wrap="square">
            <a:spAutoFit/>
          </a:bodyPr>
          <a:lstStyle/>
          <a:p>
            <a:r>
              <a:rPr lang="en-IN" dirty="0"/>
              <a:t>https://github.com/ojhasuraj65/spotify-recommendation-system</a:t>
            </a:r>
          </a:p>
        </p:txBody>
      </p:sp>
    </p:spTree>
    <p:extLst>
      <p:ext uri="{BB962C8B-B14F-4D97-AF65-F5344CB8AC3E}">
        <p14:creationId xmlns:p14="http://schemas.microsoft.com/office/powerpoint/2010/main" val="2149218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3F968F13-9AC4-7120-7ACD-9F752C767D5D}"/>
              </a:ext>
            </a:extLst>
          </p:cNvPr>
          <p:cNvSpPr txBox="1">
            <a:spLocks/>
          </p:cNvSpPr>
          <p:nvPr/>
        </p:nvSpPr>
        <p:spPr>
          <a:xfrm>
            <a:off x="535670" y="844659"/>
            <a:ext cx="11029616" cy="530296"/>
          </a:xfrm>
          <a:prstGeom prst="rect">
            <a:avLst/>
          </a:prstGeom>
        </p:spPr>
        <p:txBody>
          <a:bodyPr vert="horz" lIns="91440" tIns="45720" rIns="91440" bIns="45720" rtlCol="0" anchor="b">
            <a:normAutofit fontScale="75000" lnSpcReduction="20000"/>
          </a:bodyPr>
          <a:lstStyle>
            <a:lvl1pPr algn="l" defTabSz="457200" rtl="0" eaLnBrk="1" latinLnBrk="0" hangingPunct="1">
              <a:lnSpc>
                <a:spcPct val="100000"/>
              </a:lnSpc>
              <a:spcBef>
                <a:spcPct val="0"/>
              </a:spcBef>
              <a:buNone/>
              <a:defRPr sz="2800" b="0" kern="1200" cap="all">
                <a:solidFill>
                  <a:schemeClr val="tx1">
                    <a:lumMod val="75000"/>
                    <a:lumOff val="2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US" sz="4400" b="1" dirty="0">
                <a:solidFill>
                  <a:schemeClr val="accent1"/>
                </a:solidFill>
                <a:latin typeface="Arial"/>
                <a:cs typeface="Arial"/>
              </a:rPr>
              <a:t>Future scope</a:t>
            </a:r>
          </a:p>
        </p:txBody>
      </p:sp>
      <p:sp>
        <p:nvSpPr>
          <p:cNvPr id="2" name="Content Placeholder 1">
            <a:extLst>
              <a:ext uri="{FF2B5EF4-FFF2-40B4-BE49-F238E27FC236}">
                <a16:creationId xmlns:a16="http://schemas.microsoft.com/office/drawing/2014/main" id="{EE887C33-D9BF-C20C-440F-B9411330B895}"/>
              </a:ext>
            </a:extLst>
          </p:cNvPr>
          <p:cNvSpPr>
            <a:spLocks noGrp="1" noChangeArrowheads="1"/>
          </p:cNvSpPr>
          <p:nvPr>
            <p:ph idx="1"/>
          </p:nvPr>
        </p:nvSpPr>
        <p:spPr bwMode="auto">
          <a:xfrm>
            <a:off x="581192" y="2761525"/>
            <a:ext cx="9151864"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of advanced deep learning models to improve prediction accuracy.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Expansion of sensor parameters to detect biological and chemical contaminants.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Real-time mobile application for public awareness and authority alerts.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Integration with weather and satellite data to predict contamination risks in advance.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Deployment at a large scale across cities and rural areas for smart water management.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Use of blockchain technology to ensure data security and integrity.</a:t>
            </a:r>
          </a:p>
        </p:txBody>
      </p:sp>
    </p:spTree>
    <p:extLst>
      <p:ext uri="{BB962C8B-B14F-4D97-AF65-F5344CB8AC3E}">
        <p14:creationId xmlns:p14="http://schemas.microsoft.com/office/powerpoint/2010/main" val="61488268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FBA75B4-2DD5-42EB-9397-F36BFB8BA723}"/>
              </a:ext>
            </a:extLst>
          </p:cNvPr>
          <p:cNvSpPr>
            <a:spLocks noGrp="1"/>
          </p:cNvSpPr>
          <p:nvPr>
            <p:ph type="title"/>
          </p:nvPr>
        </p:nvSpPr>
        <p:spPr/>
        <p:txBody>
          <a:bodyPr>
            <a:normAutofit fontScale="90000"/>
          </a:bodyPr>
          <a:lstStyle/>
          <a:p>
            <a:r>
              <a:rPr lang="en-US" sz="4400" b="1">
                <a:solidFill>
                  <a:schemeClr val="accent1"/>
                </a:solidFill>
                <a:latin typeface="Arial"/>
                <a:ea typeface="+mj-lt"/>
                <a:cs typeface="Arial"/>
              </a:rPr>
              <a:t>References</a:t>
            </a:r>
            <a:endParaRPr lang="en-US"/>
          </a:p>
        </p:txBody>
      </p:sp>
      <p:sp>
        <p:nvSpPr>
          <p:cNvPr id="3" name="Rectangle 1">
            <a:extLst>
              <a:ext uri="{FF2B5EF4-FFF2-40B4-BE49-F238E27FC236}">
                <a16:creationId xmlns:a16="http://schemas.microsoft.com/office/drawing/2014/main" id="{A27A5F3D-A4F3-25F7-2285-393881ADBA9E}"/>
              </a:ext>
            </a:extLst>
          </p:cNvPr>
          <p:cNvSpPr>
            <a:spLocks noGrp="1" noChangeArrowheads="1"/>
          </p:cNvSpPr>
          <p:nvPr>
            <p:ph idx="1"/>
          </p:nvPr>
        </p:nvSpPr>
        <p:spPr bwMode="auto">
          <a:xfrm>
            <a:off x="581192" y="2900024"/>
            <a:ext cx="7835543" cy="14773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World Health Organization (WHO), </a:t>
            </a:r>
            <a:r>
              <a:rPr kumimoji="0" lang="en-US" altLang="en-US" sz="1800" b="0" i="1" u="none" strike="noStrike" cap="none" normalizeH="0" baseline="0" dirty="0">
                <a:ln>
                  <a:noFill/>
                </a:ln>
                <a:solidFill>
                  <a:schemeClr val="tx1"/>
                </a:solidFill>
                <a:effectLst/>
                <a:latin typeface="Arial" panose="020B0604020202020204" pitchFamily="34" charset="0"/>
              </a:rPr>
              <a:t>Guidelines for Drinking Water Quality</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U.S. Environmental Protection Agency (EPA), </a:t>
            </a:r>
            <a:r>
              <a:rPr kumimoji="0" lang="en-US" altLang="en-US" sz="1800" b="0" i="1" u="none" strike="noStrike" cap="none" normalizeH="0" baseline="0" dirty="0">
                <a:ln>
                  <a:noFill/>
                </a:ln>
                <a:solidFill>
                  <a:schemeClr val="tx1"/>
                </a:solidFill>
                <a:effectLst/>
                <a:latin typeface="Arial" panose="020B0604020202020204" pitchFamily="34" charset="0"/>
              </a:rPr>
              <a:t>Drinking Water Standards</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Breiman</a:t>
            </a:r>
            <a:r>
              <a:rPr kumimoji="0" lang="en-US" altLang="en-US" sz="1800" b="0" i="0" u="none" strike="noStrike" cap="none" normalizeH="0" baseline="0" dirty="0">
                <a:ln>
                  <a:noFill/>
                </a:ln>
                <a:solidFill>
                  <a:schemeClr val="tx1"/>
                </a:solidFill>
                <a:effectLst/>
                <a:latin typeface="Arial" panose="020B0604020202020204" pitchFamily="34" charset="0"/>
              </a:rPr>
              <a:t>, L., “Random Forests,” </a:t>
            </a:r>
            <a:r>
              <a:rPr kumimoji="0" lang="en-US" altLang="en-US" sz="1800" b="0" i="1" u="none" strike="noStrike" cap="none" normalizeH="0" baseline="0" dirty="0">
                <a:ln>
                  <a:noFill/>
                </a:ln>
                <a:solidFill>
                  <a:schemeClr val="tx1"/>
                </a:solidFill>
                <a:effectLst/>
                <a:latin typeface="Arial" panose="020B0604020202020204" pitchFamily="34" charset="0"/>
              </a:rPr>
              <a:t>Machine Learning Journal</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UCI Machine Learning Repository, </a:t>
            </a:r>
            <a:r>
              <a:rPr kumimoji="0" lang="en-US" altLang="en-US" sz="1800" b="0" i="1" u="none" strike="noStrike" cap="none" normalizeH="0" baseline="0" dirty="0">
                <a:ln>
                  <a:noFill/>
                </a:ln>
                <a:solidFill>
                  <a:schemeClr val="tx1"/>
                </a:solidFill>
                <a:effectLst/>
                <a:latin typeface="Arial" panose="020B0604020202020204" pitchFamily="34" charset="0"/>
              </a:rPr>
              <a:t>Water Quality Dataset</a:t>
            </a:r>
            <a:r>
              <a:rPr kumimoji="0" lang="en-US" altLang="en-US" sz="1800" b="0" i="0" u="none" strike="noStrike" cap="none" normalizeH="0" baseline="0" dirty="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800" b="0" i="0" u="none" strike="noStrike" cap="none" normalizeH="0" baseline="0" dirty="0">
                <a:ln>
                  <a:noFill/>
                </a:ln>
                <a:solidFill>
                  <a:schemeClr val="tx1"/>
                </a:solidFill>
                <a:effectLst/>
                <a:latin typeface="Arial" panose="020B0604020202020204" pitchFamily="34" charset="0"/>
              </a:rPr>
              <a:t> </a:t>
            </a:r>
            <a:r>
              <a:rPr kumimoji="0" lang="en-US" altLang="en-US" sz="1800" b="0" i="0" u="none" strike="noStrike" cap="none" normalizeH="0" baseline="0" dirty="0" err="1">
                <a:ln>
                  <a:noFill/>
                </a:ln>
                <a:solidFill>
                  <a:schemeClr val="tx1"/>
                </a:solidFill>
                <a:effectLst/>
                <a:latin typeface="Arial" panose="020B0604020202020204" pitchFamily="34" charset="0"/>
              </a:rPr>
              <a:t>Géron</a:t>
            </a:r>
            <a:r>
              <a:rPr kumimoji="0" lang="en-US" altLang="en-US" sz="1800" b="0" i="0" u="none" strike="noStrike" cap="none" normalizeH="0" baseline="0" dirty="0">
                <a:ln>
                  <a:noFill/>
                </a:ln>
                <a:solidFill>
                  <a:schemeClr val="tx1"/>
                </a:solidFill>
                <a:effectLst/>
                <a:latin typeface="Arial" panose="020B0604020202020204" pitchFamily="34" charset="0"/>
              </a:rPr>
              <a:t>, A., </a:t>
            </a:r>
            <a:r>
              <a:rPr kumimoji="0" lang="en-US" altLang="en-US" sz="1800" b="0" i="1" u="none" strike="noStrike" cap="none" normalizeH="0" baseline="0" dirty="0">
                <a:ln>
                  <a:noFill/>
                </a:ln>
                <a:solidFill>
                  <a:schemeClr val="tx1"/>
                </a:solidFill>
                <a:effectLst/>
                <a:latin typeface="Arial" panose="020B0604020202020204" pitchFamily="34" charset="0"/>
              </a:rPr>
              <a:t>Hands-On Machine Learning with Scikit-Learn and TensorFlow</a:t>
            </a: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72895022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116BD391-9166-D4B0-7904-2B660ABF360E}"/>
              </a:ext>
            </a:extLst>
          </p:cNvPr>
          <p:cNvSpPr txBox="1"/>
          <p:nvPr/>
        </p:nvSpPr>
        <p:spPr>
          <a:xfrm>
            <a:off x="501361" y="947943"/>
            <a:ext cx="6094268" cy="646331"/>
          </a:xfrm>
          <a:prstGeom prst="rect">
            <a:avLst/>
          </a:prstGeom>
          <a:noFill/>
        </p:spPr>
        <p:txBody>
          <a:bodyPr wrap="square">
            <a:spAutoFit/>
          </a:bodyPr>
          <a:lstStyle/>
          <a:p>
            <a:r>
              <a:rPr lang="en-IN" sz="3600" dirty="0">
                <a:solidFill>
                  <a:schemeClr val="accent1"/>
                </a:solidFill>
              </a:rPr>
              <a:t>IBM CERTIFICATIONS </a:t>
            </a:r>
          </a:p>
        </p:txBody>
      </p:sp>
      <p:pic>
        <p:nvPicPr>
          <p:cNvPr id="5" name="Picture 4">
            <a:extLst>
              <a:ext uri="{FF2B5EF4-FFF2-40B4-BE49-F238E27FC236}">
                <a16:creationId xmlns:a16="http://schemas.microsoft.com/office/drawing/2014/main" id="{E110A4F1-6CB7-4AB4-5764-AC4E6AF41F87}"/>
              </a:ext>
            </a:extLst>
          </p:cNvPr>
          <p:cNvPicPr>
            <a:picLocks noChangeAspect="1"/>
          </p:cNvPicPr>
          <p:nvPr/>
        </p:nvPicPr>
        <p:blipFill>
          <a:blip r:embed="rId2"/>
          <a:stretch>
            <a:fillRect/>
          </a:stretch>
        </p:blipFill>
        <p:spPr>
          <a:xfrm>
            <a:off x="1058789" y="1465118"/>
            <a:ext cx="9093129" cy="5392882"/>
          </a:xfrm>
          <a:prstGeom prst="rect">
            <a:avLst/>
          </a:prstGeom>
        </p:spPr>
      </p:pic>
    </p:spTree>
    <p:extLst>
      <p:ext uri="{BB962C8B-B14F-4D97-AF65-F5344CB8AC3E}">
        <p14:creationId xmlns:p14="http://schemas.microsoft.com/office/powerpoint/2010/main" val="28098799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49A756E-A6EC-02A2-6C0D-A1A0D224C6F1}"/>
              </a:ext>
            </a:extLst>
          </p:cNvPr>
          <p:cNvPicPr>
            <a:picLocks noChangeAspect="1"/>
          </p:cNvPicPr>
          <p:nvPr/>
        </p:nvPicPr>
        <p:blipFill>
          <a:blip r:embed="rId2"/>
          <a:stretch>
            <a:fillRect/>
          </a:stretch>
        </p:blipFill>
        <p:spPr>
          <a:xfrm>
            <a:off x="1252366" y="1403269"/>
            <a:ext cx="8668960" cy="5277587"/>
          </a:xfrm>
          <a:prstGeom prst="rect">
            <a:avLst/>
          </a:prstGeom>
        </p:spPr>
      </p:pic>
      <p:sp>
        <p:nvSpPr>
          <p:cNvPr id="7" name="TextBox 6">
            <a:extLst>
              <a:ext uri="{FF2B5EF4-FFF2-40B4-BE49-F238E27FC236}">
                <a16:creationId xmlns:a16="http://schemas.microsoft.com/office/drawing/2014/main" id="{41EACEDB-CC90-7686-CF35-AB63BCF46A51}"/>
              </a:ext>
            </a:extLst>
          </p:cNvPr>
          <p:cNvSpPr txBox="1"/>
          <p:nvPr/>
        </p:nvSpPr>
        <p:spPr>
          <a:xfrm>
            <a:off x="989734" y="760906"/>
            <a:ext cx="6094268" cy="461665"/>
          </a:xfrm>
          <a:prstGeom prst="rect">
            <a:avLst/>
          </a:prstGeom>
          <a:noFill/>
        </p:spPr>
        <p:txBody>
          <a:bodyPr wrap="square">
            <a:spAutoFit/>
          </a:bodyPr>
          <a:lstStyle/>
          <a:p>
            <a:r>
              <a:rPr lang="en-IN" sz="2400" dirty="0">
                <a:solidFill>
                  <a:schemeClr val="accent1"/>
                </a:solidFill>
              </a:rPr>
              <a:t>IBM CERTIFICATIONS </a:t>
            </a:r>
          </a:p>
        </p:txBody>
      </p:sp>
    </p:spTree>
    <p:extLst>
      <p:ext uri="{BB962C8B-B14F-4D97-AF65-F5344CB8AC3E}">
        <p14:creationId xmlns:p14="http://schemas.microsoft.com/office/powerpoint/2010/main" val="32953339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FA917EF1-BE50-0646-ACC7-4431DEF61B51}"/>
              </a:ext>
            </a:extLst>
          </p:cNvPr>
          <p:cNvSpPr txBox="1"/>
          <p:nvPr/>
        </p:nvSpPr>
        <p:spPr>
          <a:xfrm>
            <a:off x="511753" y="708952"/>
            <a:ext cx="6094268" cy="707886"/>
          </a:xfrm>
          <a:prstGeom prst="rect">
            <a:avLst/>
          </a:prstGeom>
          <a:noFill/>
        </p:spPr>
        <p:txBody>
          <a:bodyPr wrap="square">
            <a:spAutoFit/>
          </a:bodyPr>
          <a:lstStyle/>
          <a:p>
            <a:r>
              <a:rPr lang="en-IN" sz="4000" dirty="0">
                <a:solidFill>
                  <a:schemeClr val="accent1"/>
                </a:solidFill>
              </a:rPr>
              <a:t>IBM CERTIFICATIONS </a:t>
            </a:r>
          </a:p>
        </p:txBody>
      </p:sp>
      <p:pic>
        <p:nvPicPr>
          <p:cNvPr id="5" name="Picture 4">
            <a:extLst>
              <a:ext uri="{FF2B5EF4-FFF2-40B4-BE49-F238E27FC236}">
                <a16:creationId xmlns:a16="http://schemas.microsoft.com/office/drawing/2014/main" id="{3D5268E4-580A-A3E7-1CE7-9F5867CE0CF1}"/>
              </a:ext>
            </a:extLst>
          </p:cNvPr>
          <p:cNvPicPr>
            <a:picLocks noChangeAspect="1"/>
          </p:cNvPicPr>
          <p:nvPr/>
        </p:nvPicPr>
        <p:blipFill>
          <a:blip r:embed="rId2"/>
          <a:stretch>
            <a:fillRect/>
          </a:stretch>
        </p:blipFill>
        <p:spPr>
          <a:xfrm>
            <a:off x="864177" y="1639026"/>
            <a:ext cx="10463646" cy="4605910"/>
          </a:xfrm>
          <a:prstGeom prst="rect">
            <a:avLst/>
          </a:prstGeom>
        </p:spPr>
      </p:pic>
    </p:spTree>
    <p:extLst>
      <p:ext uri="{BB962C8B-B14F-4D97-AF65-F5344CB8AC3E}">
        <p14:creationId xmlns:p14="http://schemas.microsoft.com/office/powerpoint/2010/main" val="393801818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3B52A44-76D6-7412-62DA-1A1A37B08C7E}"/>
              </a:ext>
            </a:extLst>
          </p:cNvPr>
          <p:cNvSpPr txBox="1"/>
          <p:nvPr/>
        </p:nvSpPr>
        <p:spPr>
          <a:xfrm>
            <a:off x="542925" y="677780"/>
            <a:ext cx="6094268" cy="707886"/>
          </a:xfrm>
          <a:prstGeom prst="rect">
            <a:avLst/>
          </a:prstGeom>
          <a:noFill/>
        </p:spPr>
        <p:txBody>
          <a:bodyPr wrap="square">
            <a:spAutoFit/>
          </a:bodyPr>
          <a:lstStyle/>
          <a:p>
            <a:r>
              <a:rPr lang="en-IN" sz="4000" dirty="0">
                <a:solidFill>
                  <a:schemeClr val="accent1"/>
                </a:solidFill>
              </a:rPr>
              <a:t>IBM CERTIFICATIONS </a:t>
            </a:r>
          </a:p>
        </p:txBody>
      </p:sp>
      <p:pic>
        <p:nvPicPr>
          <p:cNvPr id="5" name="Picture 4">
            <a:extLst>
              <a:ext uri="{FF2B5EF4-FFF2-40B4-BE49-F238E27FC236}">
                <a16:creationId xmlns:a16="http://schemas.microsoft.com/office/drawing/2014/main" id="{56BC8CA8-005F-17A8-40CC-57834A7939ED}"/>
              </a:ext>
            </a:extLst>
          </p:cNvPr>
          <p:cNvPicPr>
            <a:picLocks noChangeAspect="1"/>
          </p:cNvPicPr>
          <p:nvPr/>
        </p:nvPicPr>
        <p:blipFill>
          <a:blip r:embed="rId2"/>
          <a:stretch>
            <a:fillRect/>
          </a:stretch>
        </p:blipFill>
        <p:spPr>
          <a:xfrm>
            <a:off x="1081363" y="1488567"/>
            <a:ext cx="8449854" cy="5210902"/>
          </a:xfrm>
          <a:prstGeom prst="rect">
            <a:avLst/>
          </a:prstGeom>
        </p:spPr>
      </p:pic>
    </p:spTree>
    <p:extLst>
      <p:ext uri="{BB962C8B-B14F-4D97-AF65-F5344CB8AC3E}">
        <p14:creationId xmlns:p14="http://schemas.microsoft.com/office/powerpoint/2010/main" val="21038445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A239E9-23D3-F3EE-F54B-AAF381A486AD}"/>
              </a:ext>
            </a:extLst>
          </p:cNvPr>
          <p:cNvSpPr txBox="1"/>
          <p:nvPr/>
        </p:nvSpPr>
        <p:spPr>
          <a:xfrm>
            <a:off x="439016" y="729734"/>
            <a:ext cx="6094268" cy="707886"/>
          </a:xfrm>
          <a:prstGeom prst="rect">
            <a:avLst/>
          </a:prstGeom>
          <a:noFill/>
        </p:spPr>
        <p:txBody>
          <a:bodyPr wrap="square">
            <a:spAutoFit/>
          </a:bodyPr>
          <a:lstStyle/>
          <a:p>
            <a:r>
              <a:rPr lang="en-IN" sz="4000" dirty="0">
                <a:solidFill>
                  <a:schemeClr val="accent1"/>
                </a:solidFill>
              </a:rPr>
              <a:t>IBM CERTIFICATIONS </a:t>
            </a:r>
          </a:p>
        </p:txBody>
      </p:sp>
      <p:pic>
        <p:nvPicPr>
          <p:cNvPr id="5" name="Picture 4">
            <a:extLst>
              <a:ext uri="{FF2B5EF4-FFF2-40B4-BE49-F238E27FC236}">
                <a16:creationId xmlns:a16="http://schemas.microsoft.com/office/drawing/2014/main" id="{3215D3D8-D60B-1A50-5888-38EEB0C5A7F9}"/>
              </a:ext>
            </a:extLst>
          </p:cNvPr>
          <p:cNvPicPr>
            <a:picLocks noChangeAspect="1"/>
          </p:cNvPicPr>
          <p:nvPr/>
        </p:nvPicPr>
        <p:blipFill>
          <a:blip r:embed="rId2"/>
          <a:stretch>
            <a:fillRect/>
          </a:stretch>
        </p:blipFill>
        <p:spPr>
          <a:xfrm>
            <a:off x="662145" y="1354493"/>
            <a:ext cx="9988537" cy="5169715"/>
          </a:xfrm>
          <a:prstGeom prst="rect">
            <a:avLst/>
          </a:prstGeom>
        </p:spPr>
      </p:pic>
    </p:spTree>
    <p:extLst>
      <p:ext uri="{BB962C8B-B14F-4D97-AF65-F5344CB8AC3E}">
        <p14:creationId xmlns:p14="http://schemas.microsoft.com/office/powerpoint/2010/main" val="378414319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7B03B7F1-4957-148D-1F8F-73CD10852B76}"/>
              </a:ext>
            </a:extLst>
          </p:cNvPr>
          <p:cNvSpPr txBox="1"/>
          <p:nvPr/>
        </p:nvSpPr>
        <p:spPr>
          <a:xfrm>
            <a:off x="449406" y="750516"/>
            <a:ext cx="6094268" cy="707886"/>
          </a:xfrm>
          <a:prstGeom prst="rect">
            <a:avLst/>
          </a:prstGeom>
          <a:noFill/>
        </p:spPr>
        <p:txBody>
          <a:bodyPr wrap="square">
            <a:spAutoFit/>
          </a:bodyPr>
          <a:lstStyle/>
          <a:p>
            <a:r>
              <a:rPr lang="en-IN" sz="4000" dirty="0">
                <a:solidFill>
                  <a:schemeClr val="accent1"/>
                </a:solidFill>
              </a:rPr>
              <a:t>IBM CERTIFICATIONS </a:t>
            </a:r>
          </a:p>
        </p:txBody>
      </p:sp>
      <p:pic>
        <p:nvPicPr>
          <p:cNvPr id="5" name="Picture 4">
            <a:extLst>
              <a:ext uri="{FF2B5EF4-FFF2-40B4-BE49-F238E27FC236}">
                <a16:creationId xmlns:a16="http://schemas.microsoft.com/office/drawing/2014/main" id="{FE01BACB-D3B6-9475-6149-BCBBF2BCF49F}"/>
              </a:ext>
            </a:extLst>
          </p:cNvPr>
          <p:cNvPicPr>
            <a:picLocks noChangeAspect="1"/>
          </p:cNvPicPr>
          <p:nvPr/>
        </p:nvPicPr>
        <p:blipFill>
          <a:blip r:embed="rId2"/>
          <a:stretch>
            <a:fillRect/>
          </a:stretch>
        </p:blipFill>
        <p:spPr>
          <a:xfrm>
            <a:off x="871518" y="1309255"/>
            <a:ext cx="9724973" cy="5164282"/>
          </a:xfrm>
          <a:prstGeom prst="rect">
            <a:avLst/>
          </a:prstGeom>
        </p:spPr>
      </p:pic>
    </p:spTree>
    <p:extLst>
      <p:ext uri="{BB962C8B-B14F-4D97-AF65-F5344CB8AC3E}">
        <p14:creationId xmlns:p14="http://schemas.microsoft.com/office/powerpoint/2010/main" val="261039630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BE4CA82-64EC-4D4E-A5E5-3EBB66E7B24C}"/>
              </a:ext>
            </a:extLst>
          </p:cNvPr>
          <p:cNvSpPr>
            <a:spLocks noGrp="1"/>
          </p:cNvSpPr>
          <p:nvPr>
            <p:ph type="title"/>
          </p:nvPr>
        </p:nvSpPr>
        <p:spPr>
          <a:xfrm>
            <a:off x="1463041" y="2766218"/>
            <a:ext cx="9298744" cy="1325563"/>
          </a:xfrm>
        </p:spPr>
        <p:txBody>
          <a:bodyPr>
            <a:normAutofit/>
          </a:bodyPr>
          <a:lstStyle/>
          <a:p>
            <a:pPr algn="ctr"/>
            <a:r>
              <a:rPr lang="en-US" sz="6000" b="1" dirty="0">
                <a:solidFill>
                  <a:srgbClr val="002060"/>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4066255318"/>
      </p:ext>
    </p:extLst>
  </p:cSld>
  <p:clrMapOvr>
    <a:masterClrMapping/>
  </p:clrMapOvr>
</p:sld>
</file>

<file path=ppt/theme/theme1.xml><?xml version="1.0" encoding="utf-8"?>
<a:theme xmlns:a="http://schemas.openxmlformats.org/drawingml/2006/main" name="DividendVTI">
  <a:themeElements>
    <a:clrScheme name="Blue II">
      <a:dk1>
        <a:sysClr val="windowText" lastClr="000000"/>
      </a:dk1>
      <a:lt1>
        <a:sysClr val="window" lastClr="FFFFFF"/>
      </a:lt1>
      <a:dk2>
        <a:srgbClr val="335B74"/>
      </a:dk2>
      <a:lt2>
        <a:srgbClr val="DFE3E5"/>
      </a:lt2>
      <a:accent1>
        <a:srgbClr val="1CADE4"/>
      </a:accent1>
      <a:accent2>
        <a:srgbClr val="2683C6"/>
      </a:accent2>
      <a:accent3>
        <a:srgbClr val="27CED7"/>
      </a:accent3>
      <a:accent4>
        <a:srgbClr val="42BA97"/>
      </a:accent4>
      <a:accent5>
        <a:srgbClr val="3E8853"/>
      </a:accent5>
      <a:accent6>
        <a:srgbClr val="62A39F"/>
      </a:accent6>
      <a:hlink>
        <a:srgbClr val="6EAC1C"/>
      </a:hlink>
      <a:folHlink>
        <a:srgbClr val="B26B02"/>
      </a:folHlink>
    </a:clrScheme>
    <a:fontScheme name="Dividend">
      <a:majorFont>
        <a:latin typeface="Franklin Gothic Demi"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Franklin Gothic Book"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VTI" id="{97558BDE-0B66-457C-BB6F-7B1B22DAA9B8}" vid="{F53508A3-AC60-448A-AF37-934D5F1A0D5E}"/>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9162bd5b-4ed9-4da3-b376-05204580ba3f" xsi:nil="true"/>
    <_activity xmlns="9162bd5b-4ed9-4da3-b376-05204580ba3f"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0F1872188ABCFC48BECA6C87E8AC3285" ma:contentTypeVersion="17" ma:contentTypeDescription="Create a new document." ma:contentTypeScope="" ma:versionID="55a158675e089c6a85ab0f83b89e1a15">
  <xsd:schema xmlns:xsd="http://www.w3.org/2001/XMLSchema" xmlns:xs="http://www.w3.org/2001/XMLSchema" xmlns:p="http://schemas.microsoft.com/office/2006/metadata/properties" xmlns:ns3="9162bd5b-4ed9-4da3-b376-05204580ba3f" xmlns:ns4="c0fa2617-96bd-425d-8578-e93563fe37c5" targetNamespace="http://schemas.microsoft.com/office/2006/metadata/properties" ma:root="true" ma:fieldsID="b35f082308864fa161c4a0a9eca35eff" ns3:_="" ns4:_="">
    <xsd:import namespace="9162bd5b-4ed9-4da3-b376-05204580ba3f"/>
    <xsd:import namespace="c0fa2617-96bd-425d-8578-e93563fe37c5"/>
    <xsd:element name="properties">
      <xsd:complexType>
        <xsd:sequence>
          <xsd:element name="documentManagement">
            <xsd:complexType>
              <xsd:all>
                <xsd:element ref="ns3:MediaServiceMetadata" minOccurs="0"/>
                <xsd:element ref="ns3:MediaServiceFastMetadata" minOccurs="0"/>
                <xsd:element ref="ns4:SharedWithUsers" minOccurs="0"/>
                <xsd:element ref="ns4:SharedWithDetails" minOccurs="0"/>
                <xsd:element ref="ns4:SharingHintHash" minOccurs="0"/>
                <xsd:element ref="ns3:MediaServiceAutoTags" minOccurs="0"/>
                <xsd:element ref="ns3:MediaServiceOCR" minOccurs="0"/>
                <xsd:element ref="ns3:MediaServiceGenerationTime" minOccurs="0"/>
                <xsd:element ref="ns3:MediaServiceEventHashCode" minOccurs="0"/>
                <xsd:element ref="ns3:MediaServiceAutoKeyPoints" minOccurs="0"/>
                <xsd:element ref="ns3:MediaServiceKeyPoints" minOccurs="0"/>
                <xsd:element ref="ns3:MediaServiceDateTaken" minOccurs="0"/>
                <xsd:element ref="ns3:MediaLengthInSeconds" minOccurs="0"/>
                <xsd:element ref="ns3:MediaServiceLocation" minOccurs="0"/>
                <xsd:element ref="ns3:_activity" minOccurs="0"/>
                <xsd:element ref="ns3:MediaServiceObjectDetectorVersions" minOccurs="0"/>
                <xsd:element ref="ns3: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9162bd5b-4ed9-4da3-b376-05204580ba3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3" nillable="true" ma:displayName="Tags" ma:internalName="MediaServiceAutoTags" ma:readOnly="true">
      <xsd:simpleType>
        <xsd:restriction base="dms:Text"/>
      </xsd:simpleType>
    </xsd:element>
    <xsd:element name="MediaServiceOCR" ma:index="14" nillable="true" ma:displayName="Extracted Text" ma:internalName="MediaServiceOCR" ma:readOnly="true">
      <xsd:simpleType>
        <xsd:restriction base="dms:Note">
          <xsd:maxLength value="255"/>
        </xsd:restriction>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AutoKeyPoints" ma:index="17" nillable="true" ma:displayName="MediaServiceAutoKeyPoints" ma:hidden="true" ma:internalName="MediaServiceAutoKeyPoints" ma:readOnly="true">
      <xsd:simpleType>
        <xsd:restriction base="dms:Note"/>
      </xsd:simpleType>
    </xsd:element>
    <xsd:element name="MediaServiceKeyPoints" ma:index="18" nillable="true" ma:displayName="KeyPoints" ma:internalName="MediaServiceKeyPoints" ma:readOnly="true">
      <xsd:simpleType>
        <xsd:restriction base="dms:Note">
          <xsd:maxLength value="255"/>
        </xsd:restriction>
      </xsd:simpleType>
    </xsd:element>
    <xsd:element name="MediaServiceDateTaken" ma:index="19" nillable="true" ma:displayName="MediaServiceDateTaken" ma:hidden="true" ma:internalName="MediaServiceDateTaken" ma:readOnly="true">
      <xsd:simpleType>
        <xsd:restriction base="dms:Text"/>
      </xsd:simpleType>
    </xsd:element>
    <xsd:element name="MediaLengthInSeconds" ma:index="20" nillable="true" ma:displayName="Length (seconds)" ma:internalName="MediaLengthInSeconds" ma:readOnly="true">
      <xsd:simpleType>
        <xsd:restriction base="dms:Unknown"/>
      </xsd:simpleType>
    </xsd:element>
    <xsd:element name="MediaServiceLocation" ma:index="21" nillable="true" ma:displayName="Location" ma:internalName="MediaServiceLocation" ma:readOnly="true">
      <xsd:simpleType>
        <xsd:restriction base="dms:Text"/>
      </xsd:simpleType>
    </xsd:element>
    <xsd:element name="_activity" ma:index="22" nillable="true" ma:displayName="_activity" ma:hidden="true" ma:internalName="_activity">
      <xsd:simpleType>
        <xsd:restriction base="dms:Note"/>
      </xsd:simpleType>
    </xsd:element>
    <xsd:element name="MediaServiceObjectDetectorVersions" ma:index="23" nillable="true" ma:displayName="MediaServiceObjectDetectorVersions" ma:description="" ma:hidden="true" ma:indexed="true" ma:internalName="MediaServiceObjectDetectorVersions" ma:readOnly="true">
      <xsd:simpleType>
        <xsd:restriction base="dms:Text"/>
      </xsd:simpleType>
    </xsd:element>
    <xsd:element name="MediaServiceSystemTags" ma:index="24"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0fa2617-96bd-425d-8578-e93563fe37c5"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element name="SharingHintHash" ma:index="12" nillable="true" ma:displayName="Sharing Hint Hash" ma:hidden="true" ma:internalName="SharingHintHash"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8D289AE2-D2AE-49D1-AFAC-3A79F6794255}">
  <ds:schemaRefs>
    <ds:schemaRef ds:uri="9162bd5b-4ed9-4da3-b376-05204580ba3f"/>
    <ds:schemaRef ds:uri="c0fa2617-96bd-425d-8578-e93563fe37c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927BD4C1-B6B1-4715-ABF9-E660A51A4EA0}">
  <ds:schemaRefs>
    <ds:schemaRef ds:uri="http://schemas.microsoft.com/sharepoint/v3/contenttype/forms"/>
  </ds:schemaRefs>
</ds:datastoreItem>
</file>

<file path=customXml/itemProps3.xml><?xml version="1.0" encoding="utf-8"?>
<ds:datastoreItem xmlns:ds="http://schemas.openxmlformats.org/officeDocument/2006/customXml" ds:itemID="{6E816721-11E4-4989-8472-AB5A7EC20404}">
  <ds:schemaRefs>
    <ds:schemaRef ds:uri="9162bd5b-4ed9-4da3-b376-05204580ba3f"/>
    <ds:schemaRef ds:uri="c0fa2617-96bd-425d-8578-e93563fe37c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docProps/app.xml><?xml version="1.0" encoding="utf-8"?>
<Properties xmlns="http://schemas.openxmlformats.org/officeDocument/2006/extended-properties" xmlns:vt="http://schemas.openxmlformats.org/officeDocument/2006/docPropsVTypes">
  <Template>Future forward</Template>
  <TotalTime>25</TotalTime>
  <Words>846</Words>
  <Application>Microsoft Office PowerPoint</Application>
  <PresentationFormat>Widescreen</PresentationFormat>
  <Paragraphs>94</Paragraphs>
  <Slides>31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31</vt:i4>
      </vt:variant>
    </vt:vector>
  </HeadingPairs>
  <TitlesOfParts>
    <vt:vector size="38" baseType="lpstr">
      <vt:lpstr>Arial</vt:lpstr>
      <vt:lpstr>Calibri</vt:lpstr>
      <vt:lpstr>Calibri Light</vt:lpstr>
      <vt:lpstr>Franklin Gothic Book</vt:lpstr>
      <vt:lpstr>Franklin Gothic Demi</vt:lpstr>
      <vt:lpstr>Wingdings 2</vt:lpstr>
      <vt:lpstr>DividendVTI</vt:lpstr>
      <vt:lpstr>Improved source of drinking water </vt:lpstr>
      <vt:lpstr>OUTLINE</vt:lpstr>
      <vt:lpstr>Problem Statement</vt:lpstr>
      <vt:lpstr>PowerPoint Presentation</vt:lpstr>
      <vt:lpstr>Proposed Solution</vt:lpstr>
      <vt:lpstr>System  Approach</vt:lpstr>
      <vt:lpstr>Algorithm &amp; Deployment</vt:lpstr>
      <vt:lpstr>Result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Conclusion</vt:lpstr>
      <vt:lpstr>PowerPoint Presentation</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SkillsBuild Partner Update template</dc:title>
  <dc:creator>Vaibhav Ostwal</dc:creator>
  <cp:lastModifiedBy>surajojha06@outlook.com</cp:lastModifiedBy>
  <cp:revision>31</cp:revision>
  <dcterms:created xsi:type="dcterms:W3CDTF">2021-05-26T16:50:10Z</dcterms:created>
  <dcterms:modified xsi:type="dcterms:W3CDTF">2026-02-06T15:40:21Z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0x0101000F1872188ABCFC48BECA6C87E8AC3285</vt:lpwstr>
  </property>
</Properties>
</file>